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7" r:id="rId4"/>
    <p:sldId id="258" r:id="rId5"/>
    <p:sldId id="268" r:id="rId6"/>
    <p:sldId id="274" r:id="rId7"/>
    <p:sldId id="271" r:id="rId8"/>
    <p:sldId id="259" r:id="rId9"/>
    <p:sldId id="260" r:id="rId10"/>
    <p:sldId id="261" r:id="rId11"/>
    <p:sldId id="262" r:id="rId12"/>
    <p:sldId id="269" r:id="rId13"/>
    <p:sldId id="264" r:id="rId14"/>
  </p:sldIdLst>
  <p:sldSz cx="12192000" cy="6858000"/>
  <p:notesSz cx="6858000" cy="9144000"/>
  <p:embeddedFontLst>
    <p:embeddedFont>
      <p:font typeface="Tahoma" panose="020B0604030504040204" pitchFamily="3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jn9DURemGLhgG5IoWTfZlP6r1A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59" name="Google Shape;3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65" name="Google Shape;3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7981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4045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378" name="Google Shape;37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392" name="Google Shape;3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Slide">
  <p:cSld name="14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1107"/>
            <a:ext cx="12177238" cy="685578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1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Font typeface="Arial"/>
              <a:buNone/>
              <a:defRPr sz="4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body" idx="1"/>
          </p:nvPr>
        </p:nvSpPr>
        <p:spPr>
          <a:xfrm>
            <a:off x="3848100" y="3424238"/>
            <a:ext cx="75247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79E0F"/>
              </a:buClr>
              <a:buSzPts val="3600"/>
              <a:buNone/>
              <a:defRPr sz="3600">
                <a:solidFill>
                  <a:srgbClr val="D79E0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ftr" idx="11"/>
          </p:nvPr>
        </p:nvSpPr>
        <p:spPr>
          <a:xfrm>
            <a:off x="3798876" y="6043367"/>
            <a:ext cx="7894974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3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dt" idx="10"/>
          </p:nvPr>
        </p:nvSpPr>
        <p:spPr>
          <a:xfrm>
            <a:off x="578392" y="6043367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rgbClr val="D79E0F"/>
              </a:buClr>
              <a:buSzPts val="1400"/>
              <a:buFont typeface="Arial"/>
              <a:buNone/>
              <a:defRPr sz="2400" b="0">
                <a:solidFill>
                  <a:srgbClr val="D79E0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שני תכנים">
  <p:cSld name="שני תכנים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2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5668107" cy="382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609570" cy="3835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body" idx="3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כותרת ותוכן">
  <p:cSld name="2_כותרת ותוכן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3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14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ction">
  <p:cSld name="Trac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5"/>
          <p:cNvSpPr txBox="1">
            <a:spLocks noGrp="1"/>
          </p:cNvSpPr>
          <p:nvPr>
            <p:ph type="body" idx="1"/>
          </p:nvPr>
        </p:nvSpPr>
        <p:spPr>
          <a:xfrm>
            <a:off x="6266428" y="2782888"/>
            <a:ext cx="4992567" cy="343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810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body" idx="2"/>
          </p:nvPr>
        </p:nvSpPr>
        <p:spPr>
          <a:xfrm>
            <a:off x="2452699" y="1592681"/>
            <a:ext cx="7306060" cy="39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3"/>
          </p:nvPr>
        </p:nvSpPr>
        <p:spPr>
          <a:xfrm>
            <a:off x="905410" y="2333977"/>
            <a:ext cx="5007023" cy="448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body" idx="4"/>
          </p:nvPr>
        </p:nvSpPr>
        <p:spPr>
          <a:xfrm>
            <a:off x="6279569" y="2339781"/>
            <a:ext cx="4993148" cy="448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title"/>
          </p:nvPr>
        </p:nvSpPr>
        <p:spPr>
          <a:xfrm>
            <a:off x="2451534" y="989042"/>
            <a:ext cx="7287768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5"/>
          </p:nvPr>
        </p:nvSpPr>
        <p:spPr>
          <a:xfrm>
            <a:off x="919283" y="2782888"/>
            <a:ext cx="4992567" cy="343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810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6"/>
          <p:cNvSpPr>
            <a:spLocks noGrp="1"/>
          </p:cNvSpPr>
          <p:nvPr>
            <p:ph type="pic" idx="2"/>
          </p:nvPr>
        </p:nvSpPr>
        <p:spPr>
          <a:xfrm flipH="1">
            <a:off x="752100" y="739303"/>
            <a:ext cx="6825035" cy="5379395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6"/>
          <p:cNvSpPr txBox="1">
            <a:spLocks noGrp="1"/>
          </p:cNvSpPr>
          <p:nvPr>
            <p:ph type="title"/>
          </p:nvPr>
        </p:nvSpPr>
        <p:spPr>
          <a:xfrm>
            <a:off x="6322977" y="1663435"/>
            <a:ext cx="5869021" cy="2003898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txBody>
          <a:bodyPr spcFirstLastPara="1" wrap="square" lIns="557775" tIns="530350" rIns="91425" bIns="45700" anchor="t" anchorCtr="0">
            <a:noAutofit/>
          </a:bodyPr>
          <a:lstStyle>
            <a:lvl1pPr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400"/>
              <a:buFont typeface="Arial"/>
              <a:buNone/>
              <a:defRPr sz="5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6"/>
          <p:cNvSpPr txBox="1">
            <a:spLocks noGrp="1"/>
          </p:cNvSpPr>
          <p:nvPr>
            <p:ph type="body" idx="1"/>
          </p:nvPr>
        </p:nvSpPr>
        <p:spPr>
          <a:xfrm>
            <a:off x="6822159" y="2878246"/>
            <a:ext cx="4925188" cy="339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 Us">
  <p:cSld name="About U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0" y="0"/>
            <a:ext cx="121886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7"/>
          <p:cNvSpPr>
            <a:spLocks noGrp="1"/>
          </p:cNvSpPr>
          <p:nvPr>
            <p:ph type="pic" idx="2"/>
          </p:nvPr>
        </p:nvSpPr>
        <p:spPr>
          <a:xfrm flipH="1">
            <a:off x="5012530" y="0"/>
            <a:ext cx="7196138" cy="6867376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title"/>
          </p:nvPr>
        </p:nvSpPr>
        <p:spPr>
          <a:xfrm>
            <a:off x="-2" y="1672143"/>
            <a:ext cx="6019802" cy="3513714"/>
          </a:xfrm>
          <a:prstGeom prst="rect">
            <a:avLst/>
          </a:prstGeom>
          <a:solidFill>
            <a:schemeClr val="accent6">
              <a:alpha val="80000"/>
            </a:schemeClr>
          </a:solidFill>
          <a:ln>
            <a:noFill/>
          </a:ln>
        </p:spPr>
        <p:txBody>
          <a:bodyPr spcFirstLastPara="1" wrap="square" lIns="676650" tIns="795525" rIns="91425" bIns="45700" anchor="t" anchorCtr="0">
            <a:normAutofit/>
          </a:bodyPr>
          <a:lstStyle>
            <a:lvl1pPr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body" idx="1"/>
          </p:nvPr>
        </p:nvSpPr>
        <p:spPr>
          <a:xfrm>
            <a:off x="594575" y="3007594"/>
            <a:ext cx="4850550" cy="1731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blem">
  <p:cSld name="Problem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68" name="Google Shape;68;p18"/>
          <p:cNvSpPr>
            <a:spLocks noGrp="1"/>
          </p:cNvSpPr>
          <p:nvPr>
            <p:ph type="pic" idx="2"/>
          </p:nvPr>
        </p:nvSpPr>
        <p:spPr>
          <a:xfrm flipH="1">
            <a:off x="0" y="729926"/>
            <a:ext cx="3581400" cy="5388772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8"/>
          <p:cNvSpPr txBox="1">
            <a:spLocks noGrp="1"/>
          </p:cNvSpPr>
          <p:nvPr>
            <p:ph type="body" idx="1"/>
          </p:nvPr>
        </p:nvSpPr>
        <p:spPr>
          <a:xfrm>
            <a:off x="6746476" y="1921400"/>
            <a:ext cx="22899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3"/>
          </p:nvPr>
        </p:nvSpPr>
        <p:spPr>
          <a:xfrm>
            <a:off x="6746476" y="2245710"/>
            <a:ext cx="2289974" cy="173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body" idx="4"/>
          </p:nvPr>
        </p:nvSpPr>
        <p:spPr>
          <a:xfrm>
            <a:off x="4065518" y="2245710"/>
            <a:ext cx="2289974" cy="173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5"/>
          </p:nvPr>
        </p:nvSpPr>
        <p:spPr>
          <a:xfrm>
            <a:off x="6746476" y="4443157"/>
            <a:ext cx="2289974" cy="1463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body" idx="6"/>
          </p:nvPr>
        </p:nvSpPr>
        <p:spPr>
          <a:xfrm>
            <a:off x="4065519" y="4451209"/>
            <a:ext cx="2289972" cy="145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7"/>
          </p:nvPr>
        </p:nvSpPr>
        <p:spPr>
          <a:xfrm>
            <a:off x="4065517" y="1921400"/>
            <a:ext cx="22899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body" idx="8"/>
          </p:nvPr>
        </p:nvSpPr>
        <p:spPr>
          <a:xfrm>
            <a:off x="6746476" y="4118846"/>
            <a:ext cx="22899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9"/>
          </p:nvPr>
        </p:nvSpPr>
        <p:spPr>
          <a:xfrm>
            <a:off x="4065518" y="4118846"/>
            <a:ext cx="22899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body" idx="13"/>
          </p:nvPr>
        </p:nvSpPr>
        <p:spPr>
          <a:xfrm>
            <a:off x="9417910" y="1921400"/>
            <a:ext cx="22899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14"/>
          </p:nvPr>
        </p:nvSpPr>
        <p:spPr>
          <a:xfrm>
            <a:off x="9417910" y="2245710"/>
            <a:ext cx="2289974" cy="173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4065516" y="1185284"/>
            <a:ext cx="7288284" cy="469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ution">
  <p:cSld name="Solu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body" idx="1"/>
          </p:nvPr>
        </p:nvSpPr>
        <p:spPr>
          <a:xfrm>
            <a:off x="8506711" y="1335193"/>
            <a:ext cx="28590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body" idx="2"/>
          </p:nvPr>
        </p:nvSpPr>
        <p:spPr>
          <a:xfrm>
            <a:off x="8506711" y="1639822"/>
            <a:ext cx="2859090" cy="1475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3"/>
          </p:nvPr>
        </p:nvSpPr>
        <p:spPr>
          <a:xfrm>
            <a:off x="5167309" y="1639822"/>
            <a:ext cx="2859091" cy="1517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4"/>
          </p:nvPr>
        </p:nvSpPr>
        <p:spPr>
          <a:xfrm>
            <a:off x="8506711" y="3837269"/>
            <a:ext cx="2859090" cy="153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5"/>
          </p:nvPr>
        </p:nvSpPr>
        <p:spPr>
          <a:xfrm>
            <a:off x="5167310" y="3845321"/>
            <a:ext cx="2859089" cy="1526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6"/>
          </p:nvPr>
        </p:nvSpPr>
        <p:spPr>
          <a:xfrm>
            <a:off x="5167308" y="1335193"/>
            <a:ext cx="28590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7"/>
          </p:nvPr>
        </p:nvSpPr>
        <p:spPr>
          <a:xfrm>
            <a:off x="8506711" y="3532639"/>
            <a:ext cx="28590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8"/>
          </p:nvPr>
        </p:nvSpPr>
        <p:spPr>
          <a:xfrm>
            <a:off x="5167309" y="3532639"/>
            <a:ext cx="2859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1384299" y="2768600"/>
            <a:ext cx="2956810" cy="1129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duct Overview">
  <p:cSld name="Product Overview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body" idx="1"/>
          </p:nvPr>
        </p:nvSpPr>
        <p:spPr>
          <a:xfrm>
            <a:off x="620484" y="3639417"/>
            <a:ext cx="23837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20"/>
          <p:cNvSpPr txBox="1">
            <a:spLocks noGrp="1"/>
          </p:cNvSpPr>
          <p:nvPr>
            <p:ph type="body" idx="2"/>
          </p:nvPr>
        </p:nvSpPr>
        <p:spPr>
          <a:xfrm>
            <a:off x="620484" y="3965866"/>
            <a:ext cx="2383764" cy="112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20"/>
          <p:cNvSpPr txBox="1">
            <a:spLocks noGrp="1"/>
          </p:cNvSpPr>
          <p:nvPr>
            <p:ph type="body" idx="3"/>
          </p:nvPr>
        </p:nvSpPr>
        <p:spPr>
          <a:xfrm>
            <a:off x="3478982" y="3969554"/>
            <a:ext cx="2383764" cy="112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4"/>
          </p:nvPr>
        </p:nvSpPr>
        <p:spPr>
          <a:xfrm>
            <a:off x="6337478" y="3953422"/>
            <a:ext cx="2383765" cy="112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5"/>
          </p:nvPr>
        </p:nvSpPr>
        <p:spPr>
          <a:xfrm>
            <a:off x="9188445" y="3953422"/>
            <a:ext cx="2383765" cy="112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body" idx="6"/>
          </p:nvPr>
        </p:nvSpPr>
        <p:spPr>
          <a:xfrm>
            <a:off x="3419503" y="3639417"/>
            <a:ext cx="25027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body" idx="7"/>
          </p:nvPr>
        </p:nvSpPr>
        <p:spPr>
          <a:xfrm>
            <a:off x="6337478" y="3639417"/>
            <a:ext cx="23837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8"/>
          </p:nvPr>
        </p:nvSpPr>
        <p:spPr>
          <a:xfrm>
            <a:off x="9188445" y="3639417"/>
            <a:ext cx="23837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title"/>
          </p:nvPr>
        </p:nvSpPr>
        <p:spPr>
          <a:xfrm>
            <a:off x="2452697" y="1581912"/>
            <a:ext cx="7286605" cy="63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0"/>
          <p:cNvSpPr>
            <a:spLocks noGrp="1"/>
          </p:cNvSpPr>
          <p:nvPr>
            <p:ph type="pic" idx="9"/>
          </p:nvPr>
        </p:nvSpPr>
        <p:spPr>
          <a:xfrm>
            <a:off x="1510614" y="2847098"/>
            <a:ext cx="603504" cy="603504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0"/>
          <p:cNvSpPr>
            <a:spLocks noGrp="1"/>
          </p:cNvSpPr>
          <p:nvPr>
            <p:ph type="pic" idx="13"/>
          </p:nvPr>
        </p:nvSpPr>
        <p:spPr>
          <a:xfrm>
            <a:off x="4369110" y="2847098"/>
            <a:ext cx="603504" cy="603504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>
            <a:spLocks noGrp="1"/>
          </p:cNvSpPr>
          <p:nvPr>
            <p:ph type="pic" idx="14"/>
          </p:nvPr>
        </p:nvSpPr>
        <p:spPr>
          <a:xfrm>
            <a:off x="7227608" y="2847098"/>
            <a:ext cx="603504" cy="603504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20"/>
          <p:cNvSpPr>
            <a:spLocks noGrp="1"/>
          </p:cNvSpPr>
          <p:nvPr>
            <p:ph type="pic" idx="15"/>
          </p:nvPr>
        </p:nvSpPr>
        <p:spPr>
          <a:xfrm>
            <a:off x="10078575" y="2847098"/>
            <a:ext cx="603504" cy="60350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duct Benefits">
  <p:cSld name="Product Benefit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0" y="0"/>
            <a:ext cx="121886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1"/>
          <p:cNvSpPr>
            <a:spLocks noGrp="1"/>
          </p:cNvSpPr>
          <p:nvPr>
            <p:ph type="pic" idx="2"/>
          </p:nvPr>
        </p:nvSpPr>
        <p:spPr>
          <a:xfrm>
            <a:off x="622570" y="729926"/>
            <a:ext cx="6456836" cy="5388772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6467704" y="1881922"/>
            <a:ext cx="5749200" cy="3084630"/>
          </a:xfrm>
          <a:prstGeom prst="rect">
            <a:avLst/>
          </a:prstGeom>
          <a:solidFill>
            <a:schemeClr val="lt2">
              <a:alpha val="92941"/>
            </a:schemeClr>
          </a:solidFill>
          <a:ln>
            <a:noFill/>
          </a:ln>
        </p:spPr>
        <p:txBody>
          <a:bodyPr spcFirstLastPara="1" wrap="square" lIns="694925" tIns="713225" rIns="91425" bIns="45700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body" idx="1"/>
          </p:nvPr>
        </p:nvSpPr>
        <p:spPr>
          <a:xfrm>
            <a:off x="7079405" y="3201410"/>
            <a:ext cx="4614604" cy="129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ny Overview">
  <p:cSld name="Company Overview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>
            <a:spLocks noGrp="1"/>
          </p:cNvSpPr>
          <p:nvPr>
            <p:ph type="pic" idx="2"/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 txBox="1">
            <a:spLocks noGrp="1"/>
          </p:cNvSpPr>
          <p:nvPr>
            <p:ph type="title"/>
          </p:nvPr>
        </p:nvSpPr>
        <p:spPr>
          <a:xfrm>
            <a:off x="1403350" y="1371599"/>
            <a:ext cx="9385300" cy="985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siness Model">
  <p:cSld name="Business Model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0" y="0"/>
            <a:ext cx="121886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>
            <a:spLocks noGrp="1"/>
          </p:cNvSpPr>
          <p:nvPr>
            <p:ph type="pic" idx="2"/>
          </p:nvPr>
        </p:nvSpPr>
        <p:spPr>
          <a:xfrm>
            <a:off x="5011738" y="0"/>
            <a:ext cx="7196930" cy="6867376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3"/>
          <p:cNvSpPr txBox="1">
            <a:spLocks noGrp="1"/>
          </p:cNvSpPr>
          <p:nvPr>
            <p:ph type="title"/>
          </p:nvPr>
        </p:nvSpPr>
        <p:spPr>
          <a:xfrm>
            <a:off x="-1" y="1036629"/>
            <a:ext cx="6007099" cy="4784742"/>
          </a:xfrm>
          <a:prstGeom prst="rect">
            <a:avLst/>
          </a:prstGeom>
          <a:solidFill>
            <a:schemeClr val="accent6">
              <a:alpha val="80000"/>
            </a:schemeClr>
          </a:solidFill>
          <a:ln>
            <a:noFill/>
          </a:ln>
        </p:spPr>
        <p:txBody>
          <a:bodyPr spcFirstLastPara="1" wrap="square" lIns="822950" tIns="640075" rIns="91425" bIns="45700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3"/>
          <p:cNvSpPr txBox="1">
            <a:spLocks noGrp="1"/>
          </p:cNvSpPr>
          <p:nvPr>
            <p:ph type="body" idx="1"/>
          </p:nvPr>
        </p:nvSpPr>
        <p:spPr>
          <a:xfrm>
            <a:off x="729016" y="2368506"/>
            <a:ext cx="47710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23"/>
          <p:cNvSpPr txBox="1">
            <a:spLocks noGrp="1"/>
          </p:cNvSpPr>
          <p:nvPr>
            <p:ph type="body" idx="3"/>
          </p:nvPr>
        </p:nvSpPr>
        <p:spPr>
          <a:xfrm>
            <a:off x="729017" y="2605040"/>
            <a:ext cx="4771030" cy="801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body" idx="4"/>
          </p:nvPr>
        </p:nvSpPr>
        <p:spPr>
          <a:xfrm>
            <a:off x="729016" y="3544629"/>
            <a:ext cx="47710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body" idx="5"/>
          </p:nvPr>
        </p:nvSpPr>
        <p:spPr>
          <a:xfrm>
            <a:off x="729017" y="3781163"/>
            <a:ext cx="4771030" cy="801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body" idx="6"/>
          </p:nvPr>
        </p:nvSpPr>
        <p:spPr>
          <a:xfrm>
            <a:off x="729016" y="4739239"/>
            <a:ext cx="47710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23"/>
          <p:cNvSpPr txBox="1">
            <a:spLocks noGrp="1"/>
          </p:cNvSpPr>
          <p:nvPr>
            <p:ph type="body" idx="7"/>
          </p:nvPr>
        </p:nvSpPr>
        <p:spPr>
          <a:xfrm>
            <a:off x="729017" y="4975773"/>
            <a:ext cx="4771030" cy="546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 Overview">
  <p:cSld name="Market Overview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0" y="0"/>
            <a:ext cx="121886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41" name="Google Shape;141;p24"/>
          <p:cNvSpPr txBox="1">
            <a:spLocks noGrp="1"/>
          </p:cNvSpPr>
          <p:nvPr>
            <p:ph type="body" idx="1"/>
          </p:nvPr>
        </p:nvSpPr>
        <p:spPr>
          <a:xfrm>
            <a:off x="816075" y="4076963"/>
            <a:ext cx="3035881" cy="148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2"/>
          </p:nvPr>
        </p:nvSpPr>
        <p:spPr>
          <a:xfrm>
            <a:off x="1201068" y="2806964"/>
            <a:ext cx="2693128" cy="991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4000"/>
              <a:buNone/>
              <a:defRPr sz="4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24"/>
          <p:cNvSpPr txBox="1">
            <a:spLocks noGrp="1"/>
          </p:cNvSpPr>
          <p:nvPr>
            <p:ph type="body" idx="3"/>
          </p:nvPr>
        </p:nvSpPr>
        <p:spPr>
          <a:xfrm>
            <a:off x="4689632" y="4076963"/>
            <a:ext cx="3035880" cy="148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24"/>
          <p:cNvSpPr txBox="1">
            <a:spLocks noGrp="1"/>
          </p:cNvSpPr>
          <p:nvPr>
            <p:ph type="body" idx="4"/>
          </p:nvPr>
        </p:nvSpPr>
        <p:spPr>
          <a:xfrm>
            <a:off x="8563187" y="4076963"/>
            <a:ext cx="3023761" cy="148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45" name="Google Shape;145;p24"/>
          <p:cNvCxnSpPr/>
          <p:nvPr/>
        </p:nvCxnSpPr>
        <p:spPr>
          <a:xfrm>
            <a:off x="832513" y="3939883"/>
            <a:ext cx="2903678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24"/>
          <p:cNvSpPr txBox="1">
            <a:spLocks noGrp="1"/>
          </p:cNvSpPr>
          <p:nvPr>
            <p:ph type="body" idx="5"/>
          </p:nvPr>
        </p:nvSpPr>
        <p:spPr>
          <a:xfrm>
            <a:off x="5073324" y="2806964"/>
            <a:ext cx="2693128" cy="991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4000"/>
              <a:buNone/>
              <a:defRPr sz="4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24"/>
          <p:cNvSpPr txBox="1">
            <a:spLocks noGrp="1"/>
          </p:cNvSpPr>
          <p:nvPr>
            <p:ph type="body" idx="6"/>
          </p:nvPr>
        </p:nvSpPr>
        <p:spPr>
          <a:xfrm>
            <a:off x="8940173" y="2806964"/>
            <a:ext cx="2693128" cy="991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4000"/>
              <a:buNone/>
              <a:defRPr sz="4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48" name="Google Shape;148;p24"/>
          <p:cNvCxnSpPr/>
          <p:nvPr/>
        </p:nvCxnSpPr>
        <p:spPr>
          <a:xfrm>
            <a:off x="4699359" y="3939883"/>
            <a:ext cx="2903678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9" name="Google Shape;149;p24"/>
          <p:cNvCxnSpPr/>
          <p:nvPr/>
        </p:nvCxnSpPr>
        <p:spPr>
          <a:xfrm>
            <a:off x="8566207" y="3939883"/>
            <a:ext cx="2903678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0" name="Google Shape;150;p24"/>
          <p:cNvSpPr txBox="1">
            <a:spLocks noGrp="1"/>
          </p:cNvSpPr>
          <p:nvPr>
            <p:ph type="title"/>
          </p:nvPr>
        </p:nvSpPr>
        <p:spPr>
          <a:xfrm>
            <a:off x="729016" y="1643321"/>
            <a:ext cx="4856634" cy="46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 Comparison">
  <p:cSld name="Market Comparison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0" y="0"/>
            <a:ext cx="121886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5"/>
          <p:cNvSpPr>
            <a:spLocks noGrp="1"/>
          </p:cNvSpPr>
          <p:nvPr>
            <p:ph type="pic" idx="2"/>
          </p:nvPr>
        </p:nvSpPr>
        <p:spPr>
          <a:xfrm>
            <a:off x="0" y="0"/>
            <a:ext cx="5334461" cy="6867376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5"/>
          <p:cNvSpPr txBox="1">
            <a:spLocks noGrp="1"/>
          </p:cNvSpPr>
          <p:nvPr>
            <p:ph type="body" idx="1"/>
          </p:nvPr>
        </p:nvSpPr>
        <p:spPr>
          <a:xfrm>
            <a:off x="6353468" y="3260492"/>
            <a:ext cx="1152144" cy="768096"/>
          </a:xfrm>
          <a:prstGeom prst="rect">
            <a:avLst/>
          </a:prstGeom>
          <a:noFill/>
          <a:ln w="28575" cap="flat" cmpd="sng">
            <a:solidFill>
              <a:srgbClr val="9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F9F9"/>
              </a:buClr>
              <a:buSzPts val="2400"/>
              <a:buNone/>
              <a:defRPr sz="2400" cap="none">
                <a:solidFill>
                  <a:srgbClr val="C9F9F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58" name="Google Shape;158;p25"/>
          <p:cNvSpPr txBox="1">
            <a:spLocks noGrp="1"/>
          </p:cNvSpPr>
          <p:nvPr>
            <p:ph type="body" idx="3"/>
          </p:nvPr>
        </p:nvSpPr>
        <p:spPr>
          <a:xfrm>
            <a:off x="6353467" y="4773463"/>
            <a:ext cx="1152144" cy="768096"/>
          </a:xfrm>
          <a:prstGeom prst="rect">
            <a:avLst/>
          </a:prstGeom>
          <a:noFill/>
          <a:ln w="28575" cap="flat" cmpd="sng">
            <a:solidFill>
              <a:srgbClr val="9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F9F9"/>
              </a:buClr>
              <a:buSzPts val="2400"/>
              <a:buNone/>
              <a:defRPr sz="2400" cap="none">
                <a:solidFill>
                  <a:srgbClr val="C9F9F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25"/>
          <p:cNvSpPr txBox="1">
            <a:spLocks noGrp="1"/>
          </p:cNvSpPr>
          <p:nvPr>
            <p:ph type="body" idx="4"/>
          </p:nvPr>
        </p:nvSpPr>
        <p:spPr>
          <a:xfrm>
            <a:off x="7817970" y="1609772"/>
            <a:ext cx="3365003" cy="1171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25"/>
          <p:cNvSpPr txBox="1">
            <a:spLocks noGrp="1"/>
          </p:cNvSpPr>
          <p:nvPr>
            <p:ph type="body" idx="5"/>
          </p:nvPr>
        </p:nvSpPr>
        <p:spPr>
          <a:xfrm>
            <a:off x="6347375" y="1747520"/>
            <a:ext cx="1152144" cy="768096"/>
          </a:xfrm>
          <a:prstGeom prst="rect">
            <a:avLst/>
          </a:prstGeom>
          <a:noFill/>
          <a:ln w="28575" cap="flat" cmpd="sng">
            <a:solidFill>
              <a:srgbClr val="9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F9F9"/>
              </a:buClr>
              <a:buSzPts val="2400"/>
              <a:buNone/>
              <a:defRPr sz="2400" cap="none">
                <a:solidFill>
                  <a:srgbClr val="C9F9F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25"/>
          <p:cNvSpPr txBox="1">
            <a:spLocks noGrp="1"/>
          </p:cNvSpPr>
          <p:nvPr>
            <p:ph type="body" idx="6"/>
          </p:nvPr>
        </p:nvSpPr>
        <p:spPr>
          <a:xfrm>
            <a:off x="7817970" y="3129515"/>
            <a:ext cx="3365003" cy="117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25"/>
          <p:cNvSpPr txBox="1">
            <a:spLocks noGrp="1"/>
          </p:cNvSpPr>
          <p:nvPr>
            <p:ph type="body" idx="7"/>
          </p:nvPr>
        </p:nvSpPr>
        <p:spPr>
          <a:xfrm>
            <a:off x="7817970" y="4648156"/>
            <a:ext cx="3365003" cy="117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25"/>
          <p:cNvSpPr txBox="1">
            <a:spLocks noGrp="1"/>
          </p:cNvSpPr>
          <p:nvPr>
            <p:ph type="title"/>
          </p:nvPr>
        </p:nvSpPr>
        <p:spPr>
          <a:xfrm>
            <a:off x="6207016" y="746631"/>
            <a:ext cx="5184648" cy="46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Competition">
  <p:cSld name="Our Competition">
    <p:bg>
      <p:bgPr>
        <a:solidFill>
          <a:srgbClr val="171616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>
            <a:spLocks noGrp="1"/>
          </p:cNvSpPr>
          <p:nvPr>
            <p:ph type="pic" idx="2"/>
          </p:nvPr>
        </p:nvSpPr>
        <p:spPr>
          <a:xfrm rot="5400000" flipH="1">
            <a:off x="-2092961" y="2092960"/>
            <a:ext cx="6858002" cy="2672081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69" name="Google Shape;169;p26"/>
          <p:cNvSpPr txBox="1">
            <a:spLocks noGrp="1"/>
          </p:cNvSpPr>
          <p:nvPr>
            <p:ph type="body" idx="1"/>
          </p:nvPr>
        </p:nvSpPr>
        <p:spPr>
          <a:xfrm>
            <a:off x="2811826" y="2881982"/>
            <a:ext cx="3975054" cy="29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26"/>
          <p:cNvSpPr txBox="1">
            <a:spLocks noGrp="1"/>
          </p:cNvSpPr>
          <p:nvPr>
            <p:ph type="body" idx="3"/>
          </p:nvPr>
        </p:nvSpPr>
        <p:spPr>
          <a:xfrm>
            <a:off x="2811826" y="2502477"/>
            <a:ext cx="3975054" cy="426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26"/>
          <p:cNvSpPr txBox="1">
            <a:spLocks noGrp="1"/>
          </p:cNvSpPr>
          <p:nvPr>
            <p:ph type="body" idx="4"/>
          </p:nvPr>
        </p:nvSpPr>
        <p:spPr>
          <a:xfrm>
            <a:off x="7378746" y="2881982"/>
            <a:ext cx="3695653" cy="29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26"/>
          <p:cNvSpPr txBox="1">
            <a:spLocks noGrp="1"/>
          </p:cNvSpPr>
          <p:nvPr>
            <p:ph type="body" idx="5"/>
          </p:nvPr>
        </p:nvSpPr>
        <p:spPr>
          <a:xfrm>
            <a:off x="7378746" y="2502477"/>
            <a:ext cx="3695653" cy="426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26"/>
          <p:cNvSpPr txBox="1">
            <a:spLocks noGrp="1"/>
          </p:cNvSpPr>
          <p:nvPr>
            <p:ph type="title"/>
          </p:nvPr>
        </p:nvSpPr>
        <p:spPr>
          <a:xfrm>
            <a:off x="2796032" y="1649421"/>
            <a:ext cx="5184648" cy="46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Competition v2">
  <p:cSld name="Our Competition v2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0" y="0"/>
            <a:ext cx="121886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D34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80" name="Google Shape;180;p27"/>
          <p:cNvSpPr txBox="1">
            <a:spLocks noGrp="1"/>
          </p:cNvSpPr>
          <p:nvPr>
            <p:ph type="body" idx="1"/>
          </p:nvPr>
        </p:nvSpPr>
        <p:spPr>
          <a:xfrm>
            <a:off x="5237839" y="1538273"/>
            <a:ext cx="1706965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27"/>
          <p:cNvSpPr txBox="1">
            <a:spLocks noGrp="1"/>
          </p:cNvSpPr>
          <p:nvPr>
            <p:ph type="body" idx="2"/>
          </p:nvPr>
        </p:nvSpPr>
        <p:spPr>
          <a:xfrm>
            <a:off x="5237839" y="5407116"/>
            <a:ext cx="1706965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2" name="Google Shape;182;p27"/>
          <p:cNvSpPr txBox="1">
            <a:spLocks noGrp="1"/>
          </p:cNvSpPr>
          <p:nvPr>
            <p:ph type="body" idx="3"/>
          </p:nvPr>
        </p:nvSpPr>
        <p:spPr>
          <a:xfrm>
            <a:off x="8441651" y="3467155"/>
            <a:ext cx="1380681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3" name="Google Shape;183;p27"/>
          <p:cNvSpPr txBox="1">
            <a:spLocks noGrp="1"/>
          </p:cNvSpPr>
          <p:nvPr>
            <p:ph type="body" idx="4"/>
          </p:nvPr>
        </p:nvSpPr>
        <p:spPr>
          <a:xfrm>
            <a:off x="3744687" y="2307743"/>
            <a:ext cx="1183179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6C1F8"/>
              </a:buClr>
              <a:buSzPts val="1200"/>
              <a:buNone/>
              <a:defRPr sz="1200" cap="none">
                <a:solidFill>
                  <a:srgbClr val="B6C1F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27"/>
          <p:cNvSpPr txBox="1">
            <a:spLocks noGrp="1"/>
          </p:cNvSpPr>
          <p:nvPr>
            <p:ph type="body" idx="5"/>
          </p:nvPr>
        </p:nvSpPr>
        <p:spPr>
          <a:xfrm>
            <a:off x="4181179" y="4420460"/>
            <a:ext cx="1183179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4BCF7"/>
              </a:buClr>
              <a:buSzPts val="1200"/>
              <a:buNone/>
              <a:defRPr sz="1200" cap="none">
                <a:solidFill>
                  <a:srgbClr val="F4BCF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27"/>
          <p:cNvSpPr txBox="1">
            <a:spLocks noGrp="1"/>
          </p:cNvSpPr>
          <p:nvPr>
            <p:ph type="body" idx="6"/>
          </p:nvPr>
        </p:nvSpPr>
        <p:spPr>
          <a:xfrm>
            <a:off x="2643702" y="4552190"/>
            <a:ext cx="1183179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7F1FF"/>
              </a:buClr>
              <a:buSzPts val="1200"/>
              <a:buNone/>
              <a:defRPr sz="1200" cap="none">
                <a:solidFill>
                  <a:srgbClr val="97F1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6" name="Google Shape;186;p27"/>
          <p:cNvSpPr txBox="1">
            <a:spLocks noGrp="1"/>
          </p:cNvSpPr>
          <p:nvPr>
            <p:ph type="body" idx="7"/>
          </p:nvPr>
        </p:nvSpPr>
        <p:spPr>
          <a:xfrm>
            <a:off x="6400052" y="4120885"/>
            <a:ext cx="1183179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57EED"/>
              </a:buClr>
              <a:buSzPts val="1200"/>
              <a:buNone/>
              <a:defRPr sz="1200" cap="none">
                <a:solidFill>
                  <a:srgbClr val="E57EE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27"/>
          <p:cNvSpPr txBox="1">
            <a:spLocks noGrp="1"/>
          </p:cNvSpPr>
          <p:nvPr>
            <p:ph type="body" idx="8"/>
          </p:nvPr>
        </p:nvSpPr>
        <p:spPr>
          <a:xfrm>
            <a:off x="2545032" y="3467155"/>
            <a:ext cx="1209143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88" name="Google Shape;188;p27"/>
          <p:cNvCxnSpPr/>
          <p:nvPr/>
        </p:nvCxnSpPr>
        <p:spPr>
          <a:xfrm>
            <a:off x="3758002" y="3713168"/>
            <a:ext cx="4683649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9" name="Google Shape;189;p27"/>
          <p:cNvCxnSpPr/>
          <p:nvPr/>
        </p:nvCxnSpPr>
        <p:spPr>
          <a:xfrm rot="10800000" flipH="1">
            <a:off x="6091322" y="2030298"/>
            <a:ext cx="4678" cy="3376818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0" name="Google Shape;190;p27"/>
          <p:cNvSpPr txBox="1">
            <a:spLocks noGrp="1"/>
          </p:cNvSpPr>
          <p:nvPr>
            <p:ph type="body" idx="9"/>
          </p:nvPr>
        </p:nvSpPr>
        <p:spPr>
          <a:xfrm>
            <a:off x="6754219" y="2067508"/>
            <a:ext cx="1706965" cy="104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27"/>
          <p:cNvSpPr txBox="1">
            <a:spLocks noGrp="1"/>
          </p:cNvSpPr>
          <p:nvPr>
            <p:ph type="body" idx="13"/>
          </p:nvPr>
        </p:nvSpPr>
        <p:spPr>
          <a:xfrm>
            <a:off x="7860695" y="4820889"/>
            <a:ext cx="1183179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2" name="Google Shape;192;p27"/>
          <p:cNvSpPr txBox="1">
            <a:spLocks noGrp="1"/>
          </p:cNvSpPr>
          <p:nvPr>
            <p:ph type="title"/>
          </p:nvPr>
        </p:nvSpPr>
        <p:spPr>
          <a:xfrm>
            <a:off x="794508" y="715939"/>
            <a:ext cx="486460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owth Strategy">
  <p:cSld name="Growth Strategy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98" name="Google Shape;198;p28"/>
          <p:cNvSpPr txBox="1">
            <a:spLocks noGrp="1"/>
          </p:cNvSpPr>
          <p:nvPr>
            <p:ph type="body" idx="1"/>
          </p:nvPr>
        </p:nvSpPr>
        <p:spPr>
          <a:xfrm>
            <a:off x="2452699" y="1592681"/>
            <a:ext cx="7306060" cy="39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9" name="Google Shape;199;p28"/>
          <p:cNvSpPr txBox="1">
            <a:spLocks noGrp="1"/>
          </p:cNvSpPr>
          <p:nvPr>
            <p:ph type="body" idx="2"/>
          </p:nvPr>
        </p:nvSpPr>
        <p:spPr>
          <a:xfrm>
            <a:off x="1973698" y="3031460"/>
            <a:ext cx="1975104" cy="868680"/>
          </a:xfrm>
          <a:prstGeom prst="rect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28"/>
          <p:cNvSpPr txBox="1">
            <a:spLocks noGrp="1"/>
          </p:cNvSpPr>
          <p:nvPr>
            <p:ph type="body" idx="3"/>
          </p:nvPr>
        </p:nvSpPr>
        <p:spPr>
          <a:xfrm>
            <a:off x="5202976" y="3031460"/>
            <a:ext cx="1975104" cy="868680"/>
          </a:xfrm>
          <a:prstGeom prst="rect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28"/>
          <p:cNvSpPr txBox="1">
            <a:spLocks noGrp="1"/>
          </p:cNvSpPr>
          <p:nvPr>
            <p:ph type="body" idx="4"/>
          </p:nvPr>
        </p:nvSpPr>
        <p:spPr>
          <a:xfrm>
            <a:off x="8346652" y="3031460"/>
            <a:ext cx="1975104" cy="868680"/>
          </a:xfrm>
          <a:prstGeom prst="rect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2" name="Google Shape;202;p28"/>
          <p:cNvSpPr txBox="1">
            <a:spLocks noGrp="1"/>
          </p:cNvSpPr>
          <p:nvPr>
            <p:ph type="body" idx="5"/>
          </p:nvPr>
        </p:nvSpPr>
        <p:spPr>
          <a:xfrm>
            <a:off x="1591695" y="4042386"/>
            <a:ext cx="2743200" cy="1148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3" name="Google Shape;203;p28"/>
          <p:cNvSpPr txBox="1">
            <a:spLocks noGrp="1"/>
          </p:cNvSpPr>
          <p:nvPr>
            <p:ph type="body" idx="6"/>
          </p:nvPr>
        </p:nvSpPr>
        <p:spPr>
          <a:xfrm>
            <a:off x="4820973" y="4042387"/>
            <a:ext cx="2743200" cy="1148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28"/>
          <p:cNvSpPr txBox="1">
            <a:spLocks noGrp="1"/>
          </p:cNvSpPr>
          <p:nvPr>
            <p:ph type="body" idx="7"/>
          </p:nvPr>
        </p:nvSpPr>
        <p:spPr>
          <a:xfrm>
            <a:off x="7964649" y="4042386"/>
            <a:ext cx="2743200" cy="1148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28"/>
          <p:cNvSpPr txBox="1">
            <a:spLocks noGrp="1"/>
          </p:cNvSpPr>
          <p:nvPr>
            <p:ph type="title"/>
          </p:nvPr>
        </p:nvSpPr>
        <p:spPr>
          <a:xfrm>
            <a:off x="2451534" y="989042"/>
            <a:ext cx="7287768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Year Action Plan">
  <p:cSld name="Two-Year Action Plan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211" name="Google Shape;211;p29"/>
          <p:cNvSpPr txBox="1">
            <a:spLocks noGrp="1"/>
          </p:cNvSpPr>
          <p:nvPr>
            <p:ph type="body" idx="1"/>
          </p:nvPr>
        </p:nvSpPr>
        <p:spPr>
          <a:xfrm>
            <a:off x="1712346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" name="Google Shape;212;p29"/>
          <p:cNvSpPr txBox="1">
            <a:spLocks noGrp="1"/>
          </p:cNvSpPr>
          <p:nvPr>
            <p:ph type="body" idx="2"/>
          </p:nvPr>
        </p:nvSpPr>
        <p:spPr>
          <a:xfrm>
            <a:off x="2501761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29"/>
          <p:cNvSpPr txBox="1">
            <a:spLocks noGrp="1"/>
          </p:cNvSpPr>
          <p:nvPr>
            <p:ph type="body" idx="3"/>
          </p:nvPr>
        </p:nvSpPr>
        <p:spPr>
          <a:xfrm>
            <a:off x="3291176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29"/>
          <p:cNvSpPr txBox="1">
            <a:spLocks noGrp="1"/>
          </p:cNvSpPr>
          <p:nvPr>
            <p:ph type="body" idx="4"/>
          </p:nvPr>
        </p:nvSpPr>
        <p:spPr>
          <a:xfrm>
            <a:off x="4080591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5" name="Google Shape;215;p29"/>
          <p:cNvSpPr txBox="1">
            <a:spLocks noGrp="1"/>
          </p:cNvSpPr>
          <p:nvPr>
            <p:ph type="body" idx="5"/>
          </p:nvPr>
        </p:nvSpPr>
        <p:spPr>
          <a:xfrm>
            <a:off x="4810807" y="3170170"/>
            <a:ext cx="61531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body" idx="6"/>
          </p:nvPr>
        </p:nvSpPr>
        <p:spPr>
          <a:xfrm>
            <a:off x="5659421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body" idx="7"/>
          </p:nvPr>
        </p:nvSpPr>
        <p:spPr>
          <a:xfrm>
            <a:off x="6448836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29"/>
          <p:cNvSpPr txBox="1">
            <a:spLocks noGrp="1"/>
          </p:cNvSpPr>
          <p:nvPr>
            <p:ph type="body" idx="8"/>
          </p:nvPr>
        </p:nvSpPr>
        <p:spPr>
          <a:xfrm>
            <a:off x="7238251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29"/>
          <p:cNvSpPr txBox="1">
            <a:spLocks noGrp="1"/>
          </p:cNvSpPr>
          <p:nvPr>
            <p:ph type="body" idx="9"/>
          </p:nvPr>
        </p:nvSpPr>
        <p:spPr>
          <a:xfrm>
            <a:off x="8027666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29"/>
          <p:cNvSpPr txBox="1">
            <a:spLocks noGrp="1"/>
          </p:cNvSpPr>
          <p:nvPr>
            <p:ph type="body" idx="13"/>
          </p:nvPr>
        </p:nvSpPr>
        <p:spPr>
          <a:xfrm>
            <a:off x="8817081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p29"/>
          <p:cNvSpPr txBox="1">
            <a:spLocks noGrp="1"/>
          </p:cNvSpPr>
          <p:nvPr>
            <p:ph type="body" idx="14"/>
          </p:nvPr>
        </p:nvSpPr>
        <p:spPr>
          <a:xfrm>
            <a:off x="9606496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2" name="Google Shape;222;p29"/>
          <p:cNvSpPr txBox="1">
            <a:spLocks noGrp="1"/>
          </p:cNvSpPr>
          <p:nvPr>
            <p:ph type="body" idx="15"/>
          </p:nvPr>
        </p:nvSpPr>
        <p:spPr>
          <a:xfrm>
            <a:off x="10395907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3" name="Google Shape;223;p29"/>
          <p:cNvSpPr txBox="1">
            <a:spLocks noGrp="1"/>
          </p:cNvSpPr>
          <p:nvPr>
            <p:ph type="body" idx="16"/>
          </p:nvPr>
        </p:nvSpPr>
        <p:spPr>
          <a:xfrm>
            <a:off x="1712346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4" name="Google Shape;224;p29"/>
          <p:cNvSpPr txBox="1">
            <a:spLocks noGrp="1"/>
          </p:cNvSpPr>
          <p:nvPr>
            <p:ph type="body" idx="17"/>
          </p:nvPr>
        </p:nvSpPr>
        <p:spPr>
          <a:xfrm>
            <a:off x="2501761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5" name="Google Shape;225;p29"/>
          <p:cNvSpPr txBox="1">
            <a:spLocks noGrp="1"/>
          </p:cNvSpPr>
          <p:nvPr>
            <p:ph type="body" idx="18"/>
          </p:nvPr>
        </p:nvSpPr>
        <p:spPr>
          <a:xfrm>
            <a:off x="3291176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6" name="Google Shape;226;p29"/>
          <p:cNvSpPr txBox="1">
            <a:spLocks noGrp="1"/>
          </p:cNvSpPr>
          <p:nvPr>
            <p:ph type="body" idx="19"/>
          </p:nvPr>
        </p:nvSpPr>
        <p:spPr>
          <a:xfrm>
            <a:off x="4080591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p29"/>
          <p:cNvSpPr txBox="1">
            <a:spLocks noGrp="1"/>
          </p:cNvSpPr>
          <p:nvPr>
            <p:ph type="body" idx="20"/>
          </p:nvPr>
        </p:nvSpPr>
        <p:spPr>
          <a:xfrm>
            <a:off x="4810807" y="4871997"/>
            <a:ext cx="61531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29"/>
          <p:cNvSpPr txBox="1">
            <a:spLocks noGrp="1"/>
          </p:cNvSpPr>
          <p:nvPr>
            <p:ph type="body" idx="21"/>
          </p:nvPr>
        </p:nvSpPr>
        <p:spPr>
          <a:xfrm>
            <a:off x="5659421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29"/>
          <p:cNvSpPr txBox="1">
            <a:spLocks noGrp="1"/>
          </p:cNvSpPr>
          <p:nvPr>
            <p:ph type="body" idx="22"/>
          </p:nvPr>
        </p:nvSpPr>
        <p:spPr>
          <a:xfrm>
            <a:off x="6448836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body" idx="23"/>
          </p:nvPr>
        </p:nvSpPr>
        <p:spPr>
          <a:xfrm>
            <a:off x="7238251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1" name="Google Shape;231;p29"/>
          <p:cNvSpPr txBox="1">
            <a:spLocks noGrp="1"/>
          </p:cNvSpPr>
          <p:nvPr>
            <p:ph type="body" idx="24"/>
          </p:nvPr>
        </p:nvSpPr>
        <p:spPr>
          <a:xfrm>
            <a:off x="8027666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2" name="Google Shape;232;p29"/>
          <p:cNvSpPr txBox="1">
            <a:spLocks noGrp="1"/>
          </p:cNvSpPr>
          <p:nvPr>
            <p:ph type="body" idx="25"/>
          </p:nvPr>
        </p:nvSpPr>
        <p:spPr>
          <a:xfrm>
            <a:off x="8817081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29"/>
          <p:cNvSpPr txBox="1">
            <a:spLocks noGrp="1"/>
          </p:cNvSpPr>
          <p:nvPr>
            <p:ph type="body" idx="26"/>
          </p:nvPr>
        </p:nvSpPr>
        <p:spPr>
          <a:xfrm>
            <a:off x="9606496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4" name="Google Shape;234;p29"/>
          <p:cNvSpPr txBox="1">
            <a:spLocks noGrp="1"/>
          </p:cNvSpPr>
          <p:nvPr>
            <p:ph type="body" idx="27"/>
          </p:nvPr>
        </p:nvSpPr>
        <p:spPr>
          <a:xfrm>
            <a:off x="10395907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5" name="Google Shape;235;p29"/>
          <p:cNvSpPr txBox="1">
            <a:spLocks noGrp="1"/>
          </p:cNvSpPr>
          <p:nvPr>
            <p:ph type="body" idx="28"/>
          </p:nvPr>
        </p:nvSpPr>
        <p:spPr>
          <a:xfrm>
            <a:off x="653772" y="2763180"/>
            <a:ext cx="1021001" cy="50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6" name="Google Shape;236;p29"/>
          <p:cNvSpPr txBox="1">
            <a:spLocks noGrp="1"/>
          </p:cNvSpPr>
          <p:nvPr>
            <p:ph type="body" idx="29"/>
          </p:nvPr>
        </p:nvSpPr>
        <p:spPr>
          <a:xfrm>
            <a:off x="653772" y="4449967"/>
            <a:ext cx="1021001" cy="50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7" name="Google Shape;237;p29"/>
          <p:cNvSpPr txBox="1">
            <a:spLocks noGrp="1"/>
          </p:cNvSpPr>
          <p:nvPr>
            <p:ph type="body" idx="30"/>
          </p:nvPr>
        </p:nvSpPr>
        <p:spPr>
          <a:xfrm>
            <a:off x="2029367" y="2071320"/>
            <a:ext cx="1440088" cy="598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29"/>
          <p:cNvSpPr txBox="1">
            <a:spLocks noGrp="1"/>
          </p:cNvSpPr>
          <p:nvPr>
            <p:ph type="body" idx="31"/>
          </p:nvPr>
        </p:nvSpPr>
        <p:spPr>
          <a:xfrm>
            <a:off x="4397612" y="2071320"/>
            <a:ext cx="1440088" cy="598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9" name="Google Shape;239;p29"/>
          <p:cNvSpPr txBox="1">
            <a:spLocks noGrp="1"/>
          </p:cNvSpPr>
          <p:nvPr>
            <p:ph type="body" idx="32"/>
          </p:nvPr>
        </p:nvSpPr>
        <p:spPr>
          <a:xfrm>
            <a:off x="8344687" y="2071320"/>
            <a:ext cx="1440088" cy="598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" name="Google Shape;240;p29"/>
          <p:cNvSpPr txBox="1">
            <a:spLocks noGrp="1"/>
          </p:cNvSpPr>
          <p:nvPr>
            <p:ph type="body" idx="33"/>
          </p:nvPr>
        </p:nvSpPr>
        <p:spPr>
          <a:xfrm>
            <a:off x="2029367" y="3862599"/>
            <a:ext cx="1440088" cy="549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1" name="Google Shape;241;p29"/>
          <p:cNvSpPr txBox="1">
            <a:spLocks noGrp="1"/>
          </p:cNvSpPr>
          <p:nvPr>
            <p:ph type="body" idx="34"/>
          </p:nvPr>
        </p:nvSpPr>
        <p:spPr>
          <a:xfrm>
            <a:off x="5976442" y="3862599"/>
            <a:ext cx="1440088" cy="549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2" name="Google Shape;242;p29"/>
          <p:cNvSpPr txBox="1">
            <a:spLocks noGrp="1"/>
          </p:cNvSpPr>
          <p:nvPr>
            <p:ph type="body" idx="35"/>
          </p:nvPr>
        </p:nvSpPr>
        <p:spPr>
          <a:xfrm>
            <a:off x="9923517" y="3862599"/>
            <a:ext cx="1440088" cy="549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3" name="Google Shape;243;p29"/>
          <p:cNvSpPr txBox="1">
            <a:spLocks noGrp="1"/>
          </p:cNvSpPr>
          <p:nvPr>
            <p:ph type="title"/>
          </p:nvPr>
        </p:nvSpPr>
        <p:spPr>
          <a:xfrm>
            <a:off x="2451534" y="989042"/>
            <a:ext cx="7287768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ncials">
  <p:cSld name="Financials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0"/>
          <p:cNvSpPr>
            <a:spLocks noGrp="1"/>
          </p:cNvSpPr>
          <p:nvPr>
            <p:ph type="pic" idx="2"/>
          </p:nvPr>
        </p:nvSpPr>
        <p:spPr>
          <a:xfrm>
            <a:off x="7179732" y="0"/>
            <a:ext cx="5012268" cy="6867376"/>
          </a:xfrm>
          <a:prstGeom prst="rect">
            <a:avLst/>
          </a:prstGeom>
          <a:noFill/>
          <a:ln>
            <a:noFill/>
          </a:ln>
        </p:spPr>
      </p:sp>
      <p:sp>
        <p:nvSpPr>
          <p:cNvPr id="247" name="Google Shape;247;p30"/>
          <p:cNvSpPr>
            <a:spLocks noGrp="1"/>
          </p:cNvSpPr>
          <p:nvPr>
            <p:ph type="pic" idx="3"/>
          </p:nvPr>
        </p:nvSpPr>
        <p:spPr>
          <a:xfrm>
            <a:off x="7179732" y="0"/>
            <a:ext cx="5012267" cy="6867376"/>
          </a:xfrm>
          <a:prstGeom prst="rect">
            <a:avLst/>
          </a:prstGeom>
          <a:noFill/>
          <a:ln>
            <a:noFill/>
          </a:ln>
        </p:spPr>
      </p:sp>
      <p:sp>
        <p:nvSpPr>
          <p:cNvPr id="248" name="Google Shape;248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251" name="Google Shape;251;p30"/>
          <p:cNvSpPr txBox="1">
            <a:spLocks noGrp="1"/>
          </p:cNvSpPr>
          <p:nvPr>
            <p:ph type="title"/>
          </p:nvPr>
        </p:nvSpPr>
        <p:spPr>
          <a:xfrm>
            <a:off x="793750" y="715939"/>
            <a:ext cx="486460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30"/>
          <p:cNvSpPr txBox="1">
            <a:spLocks noGrp="1"/>
          </p:cNvSpPr>
          <p:nvPr>
            <p:ph type="body" idx="1"/>
          </p:nvPr>
        </p:nvSpPr>
        <p:spPr>
          <a:xfrm>
            <a:off x="793750" y="1238250"/>
            <a:ext cx="5422392" cy="459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810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et The Team">
  <p:cSld name="Meet The Team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258" name="Google Shape;258;p31"/>
          <p:cNvSpPr/>
          <p:nvPr/>
        </p:nvSpPr>
        <p:spPr>
          <a:xfrm>
            <a:off x="739302" y="739302"/>
            <a:ext cx="10713396" cy="5379396"/>
          </a:xfrm>
          <a:prstGeom prst="rect">
            <a:avLst/>
          </a:prstGeom>
          <a:solidFill>
            <a:schemeClr val="lt2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1"/>
          <p:cNvSpPr>
            <a:spLocks noGrp="1"/>
          </p:cNvSpPr>
          <p:nvPr>
            <p:ph type="pic" idx="2"/>
          </p:nvPr>
        </p:nvSpPr>
        <p:spPr>
          <a:xfrm>
            <a:off x="1803737" y="2804053"/>
            <a:ext cx="1487419" cy="1498417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31"/>
          <p:cNvSpPr txBox="1">
            <a:spLocks noGrp="1"/>
          </p:cNvSpPr>
          <p:nvPr>
            <p:ph type="body" idx="1"/>
          </p:nvPr>
        </p:nvSpPr>
        <p:spPr>
          <a:xfrm>
            <a:off x="1488239" y="4570546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1" name="Google Shape;261;p31"/>
          <p:cNvSpPr txBox="1">
            <a:spLocks noGrp="1"/>
          </p:cNvSpPr>
          <p:nvPr>
            <p:ph type="body" idx="3"/>
          </p:nvPr>
        </p:nvSpPr>
        <p:spPr>
          <a:xfrm>
            <a:off x="1488239" y="4886780"/>
            <a:ext cx="2118414" cy="53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2" name="Google Shape;262;p31"/>
          <p:cNvSpPr>
            <a:spLocks noGrp="1"/>
          </p:cNvSpPr>
          <p:nvPr>
            <p:ph type="pic" idx="4"/>
          </p:nvPr>
        </p:nvSpPr>
        <p:spPr>
          <a:xfrm>
            <a:off x="4175961" y="2804053"/>
            <a:ext cx="1487419" cy="1498417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31"/>
          <p:cNvSpPr>
            <a:spLocks noGrp="1"/>
          </p:cNvSpPr>
          <p:nvPr>
            <p:ph type="pic" idx="5"/>
          </p:nvPr>
        </p:nvSpPr>
        <p:spPr>
          <a:xfrm>
            <a:off x="6548185" y="2804053"/>
            <a:ext cx="1487419" cy="1498417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31"/>
          <p:cNvSpPr>
            <a:spLocks noGrp="1"/>
          </p:cNvSpPr>
          <p:nvPr>
            <p:ph type="pic" idx="6"/>
          </p:nvPr>
        </p:nvSpPr>
        <p:spPr>
          <a:xfrm>
            <a:off x="8920409" y="2804053"/>
            <a:ext cx="1487419" cy="1498417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31"/>
          <p:cNvSpPr txBox="1">
            <a:spLocks noGrp="1"/>
          </p:cNvSpPr>
          <p:nvPr>
            <p:ph type="body" idx="7"/>
          </p:nvPr>
        </p:nvSpPr>
        <p:spPr>
          <a:xfrm>
            <a:off x="3860463" y="4570546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6" name="Google Shape;266;p31"/>
          <p:cNvSpPr txBox="1">
            <a:spLocks noGrp="1"/>
          </p:cNvSpPr>
          <p:nvPr>
            <p:ph type="body" idx="8"/>
          </p:nvPr>
        </p:nvSpPr>
        <p:spPr>
          <a:xfrm>
            <a:off x="3860463" y="4886780"/>
            <a:ext cx="2118414" cy="53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7" name="Google Shape;267;p31"/>
          <p:cNvSpPr txBox="1">
            <a:spLocks noGrp="1"/>
          </p:cNvSpPr>
          <p:nvPr>
            <p:ph type="body" idx="9"/>
          </p:nvPr>
        </p:nvSpPr>
        <p:spPr>
          <a:xfrm>
            <a:off x="6232687" y="4570546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8" name="Google Shape;268;p31"/>
          <p:cNvSpPr txBox="1">
            <a:spLocks noGrp="1"/>
          </p:cNvSpPr>
          <p:nvPr>
            <p:ph type="body" idx="13"/>
          </p:nvPr>
        </p:nvSpPr>
        <p:spPr>
          <a:xfrm>
            <a:off x="6232687" y="4886780"/>
            <a:ext cx="2118414" cy="53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9" name="Google Shape;269;p31"/>
          <p:cNvSpPr txBox="1">
            <a:spLocks noGrp="1"/>
          </p:cNvSpPr>
          <p:nvPr>
            <p:ph type="body" idx="14"/>
          </p:nvPr>
        </p:nvSpPr>
        <p:spPr>
          <a:xfrm>
            <a:off x="8604911" y="4570546"/>
            <a:ext cx="2118415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0" name="Google Shape;270;p31"/>
          <p:cNvSpPr txBox="1">
            <a:spLocks noGrp="1"/>
          </p:cNvSpPr>
          <p:nvPr>
            <p:ph type="body" idx="15"/>
          </p:nvPr>
        </p:nvSpPr>
        <p:spPr>
          <a:xfrm>
            <a:off x="8604911" y="4886780"/>
            <a:ext cx="2118415" cy="53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1" name="Google Shape;271;p31"/>
          <p:cNvSpPr/>
          <p:nvPr/>
        </p:nvSpPr>
        <p:spPr>
          <a:xfrm>
            <a:off x="1686323" y="2684612"/>
            <a:ext cx="1722246" cy="1737299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1"/>
          <p:cNvSpPr/>
          <p:nvPr/>
        </p:nvSpPr>
        <p:spPr>
          <a:xfrm>
            <a:off x="4058547" y="2684612"/>
            <a:ext cx="1722246" cy="1737299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1"/>
          <p:cNvSpPr/>
          <p:nvPr/>
        </p:nvSpPr>
        <p:spPr>
          <a:xfrm>
            <a:off x="6430771" y="2684612"/>
            <a:ext cx="1722246" cy="1737299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1"/>
          <p:cNvSpPr/>
          <p:nvPr/>
        </p:nvSpPr>
        <p:spPr>
          <a:xfrm>
            <a:off x="8802995" y="2684612"/>
            <a:ext cx="1722246" cy="1737299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1"/>
          <p:cNvSpPr txBox="1">
            <a:spLocks noGrp="1"/>
          </p:cNvSpPr>
          <p:nvPr>
            <p:ph type="title"/>
          </p:nvPr>
        </p:nvSpPr>
        <p:spPr>
          <a:xfrm>
            <a:off x="2452698" y="1566777"/>
            <a:ext cx="7286604" cy="63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e Full Team">
  <p:cSld name="The Full Team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281" name="Google Shape;281;p32"/>
          <p:cNvSpPr/>
          <p:nvPr/>
        </p:nvSpPr>
        <p:spPr>
          <a:xfrm>
            <a:off x="739302" y="739302"/>
            <a:ext cx="10713396" cy="5379396"/>
          </a:xfrm>
          <a:prstGeom prst="rect">
            <a:avLst/>
          </a:prstGeom>
          <a:solidFill>
            <a:schemeClr val="lt2">
              <a:alpha val="8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2"/>
          <p:cNvSpPr txBox="1">
            <a:spLocks noGrp="1"/>
          </p:cNvSpPr>
          <p:nvPr>
            <p:ph type="body" idx="1"/>
          </p:nvPr>
        </p:nvSpPr>
        <p:spPr>
          <a:xfrm>
            <a:off x="1418477" y="5098599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3" name="Google Shape;283;p32"/>
          <p:cNvSpPr txBox="1">
            <a:spLocks noGrp="1"/>
          </p:cNvSpPr>
          <p:nvPr>
            <p:ph type="body" idx="2"/>
          </p:nvPr>
        </p:nvSpPr>
        <p:spPr>
          <a:xfrm>
            <a:off x="1418477" y="5414833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4" name="Google Shape;284;p32"/>
          <p:cNvSpPr txBox="1">
            <a:spLocks noGrp="1"/>
          </p:cNvSpPr>
          <p:nvPr>
            <p:ph type="body" idx="3"/>
          </p:nvPr>
        </p:nvSpPr>
        <p:spPr>
          <a:xfrm>
            <a:off x="3839016" y="5098599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5" name="Google Shape;285;p32"/>
          <p:cNvSpPr txBox="1">
            <a:spLocks noGrp="1"/>
          </p:cNvSpPr>
          <p:nvPr>
            <p:ph type="body" idx="4"/>
          </p:nvPr>
        </p:nvSpPr>
        <p:spPr>
          <a:xfrm>
            <a:off x="3839016" y="5414833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6" name="Google Shape;286;p32"/>
          <p:cNvSpPr txBox="1">
            <a:spLocks noGrp="1"/>
          </p:cNvSpPr>
          <p:nvPr>
            <p:ph type="body" idx="5"/>
          </p:nvPr>
        </p:nvSpPr>
        <p:spPr>
          <a:xfrm>
            <a:off x="6259555" y="5098599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7" name="Google Shape;287;p32"/>
          <p:cNvSpPr txBox="1">
            <a:spLocks noGrp="1"/>
          </p:cNvSpPr>
          <p:nvPr>
            <p:ph type="body" idx="6"/>
          </p:nvPr>
        </p:nvSpPr>
        <p:spPr>
          <a:xfrm>
            <a:off x="6259555" y="5414833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8" name="Google Shape;288;p32"/>
          <p:cNvSpPr txBox="1">
            <a:spLocks noGrp="1"/>
          </p:cNvSpPr>
          <p:nvPr>
            <p:ph type="body" idx="7"/>
          </p:nvPr>
        </p:nvSpPr>
        <p:spPr>
          <a:xfrm>
            <a:off x="8680094" y="5098599"/>
            <a:ext cx="2118415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9" name="Google Shape;289;p32"/>
          <p:cNvSpPr txBox="1">
            <a:spLocks noGrp="1"/>
          </p:cNvSpPr>
          <p:nvPr>
            <p:ph type="body" idx="8"/>
          </p:nvPr>
        </p:nvSpPr>
        <p:spPr>
          <a:xfrm>
            <a:off x="8680094" y="5414833"/>
            <a:ext cx="2118415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0" name="Google Shape;290;p32"/>
          <p:cNvSpPr>
            <a:spLocks noGrp="1"/>
          </p:cNvSpPr>
          <p:nvPr>
            <p:ph type="pic" idx="9"/>
          </p:nvPr>
        </p:nvSpPr>
        <p:spPr>
          <a:xfrm>
            <a:off x="2002390" y="2327255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291" name="Google Shape;291;p32"/>
          <p:cNvSpPr txBox="1">
            <a:spLocks noGrp="1"/>
          </p:cNvSpPr>
          <p:nvPr>
            <p:ph type="body" idx="13"/>
          </p:nvPr>
        </p:nvSpPr>
        <p:spPr>
          <a:xfrm>
            <a:off x="1418477" y="3263610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2" name="Google Shape;292;p32"/>
          <p:cNvSpPr txBox="1">
            <a:spLocks noGrp="1"/>
          </p:cNvSpPr>
          <p:nvPr>
            <p:ph type="body" idx="14"/>
          </p:nvPr>
        </p:nvSpPr>
        <p:spPr>
          <a:xfrm>
            <a:off x="1418477" y="3579845"/>
            <a:ext cx="2118414" cy="39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3" name="Google Shape;293;p32"/>
          <p:cNvSpPr txBox="1">
            <a:spLocks noGrp="1"/>
          </p:cNvSpPr>
          <p:nvPr>
            <p:ph type="body" idx="15"/>
          </p:nvPr>
        </p:nvSpPr>
        <p:spPr>
          <a:xfrm>
            <a:off x="3839016" y="3263610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4" name="Google Shape;294;p32"/>
          <p:cNvSpPr txBox="1">
            <a:spLocks noGrp="1"/>
          </p:cNvSpPr>
          <p:nvPr>
            <p:ph type="body" idx="16"/>
          </p:nvPr>
        </p:nvSpPr>
        <p:spPr>
          <a:xfrm>
            <a:off x="3839016" y="3579845"/>
            <a:ext cx="2118414" cy="39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5" name="Google Shape;295;p32"/>
          <p:cNvSpPr txBox="1">
            <a:spLocks noGrp="1"/>
          </p:cNvSpPr>
          <p:nvPr>
            <p:ph type="body" idx="17"/>
          </p:nvPr>
        </p:nvSpPr>
        <p:spPr>
          <a:xfrm>
            <a:off x="6259555" y="3263610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6" name="Google Shape;296;p32"/>
          <p:cNvSpPr txBox="1">
            <a:spLocks noGrp="1"/>
          </p:cNvSpPr>
          <p:nvPr>
            <p:ph type="body" idx="18"/>
          </p:nvPr>
        </p:nvSpPr>
        <p:spPr>
          <a:xfrm>
            <a:off x="6259555" y="3579845"/>
            <a:ext cx="2118414" cy="39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7" name="Google Shape;297;p32"/>
          <p:cNvSpPr txBox="1">
            <a:spLocks noGrp="1"/>
          </p:cNvSpPr>
          <p:nvPr>
            <p:ph type="body" idx="19"/>
          </p:nvPr>
        </p:nvSpPr>
        <p:spPr>
          <a:xfrm>
            <a:off x="8680094" y="3263610"/>
            <a:ext cx="2118415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20"/>
          </p:nvPr>
        </p:nvSpPr>
        <p:spPr>
          <a:xfrm>
            <a:off x="8680094" y="3579845"/>
            <a:ext cx="2118415" cy="39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9" name="Google Shape;299;p32"/>
          <p:cNvSpPr/>
          <p:nvPr/>
        </p:nvSpPr>
        <p:spPr>
          <a:xfrm>
            <a:off x="1947081" y="2272648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2"/>
          <p:cNvSpPr>
            <a:spLocks noGrp="1"/>
          </p:cNvSpPr>
          <p:nvPr>
            <p:ph type="pic" idx="21"/>
          </p:nvPr>
        </p:nvSpPr>
        <p:spPr>
          <a:xfrm>
            <a:off x="2002390" y="4154796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301" name="Google Shape;301;p32"/>
          <p:cNvSpPr/>
          <p:nvPr/>
        </p:nvSpPr>
        <p:spPr>
          <a:xfrm>
            <a:off x="1947081" y="4100189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2"/>
          <p:cNvSpPr>
            <a:spLocks noGrp="1"/>
          </p:cNvSpPr>
          <p:nvPr>
            <p:ph type="pic" idx="22"/>
          </p:nvPr>
        </p:nvSpPr>
        <p:spPr>
          <a:xfrm>
            <a:off x="4422929" y="2319234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32"/>
          <p:cNvSpPr/>
          <p:nvPr/>
        </p:nvSpPr>
        <p:spPr>
          <a:xfrm>
            <a:off x="4367620" y="2264627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2"/>
          <p:cNvSpPr>
            <a:spLocks noGrp="1"/>
          </p:cNvSpPr>
          <p:nvPr>
            <p:ph type="pic" idx="23"/>
          </p:nvPr>
        </p:nvSpPr>
        <p:spPr>
          <a:xfrm>
            <a:off x="4422929" y="4146775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32"/>
          <p:cNvSpPr/>
          <p:nvPr/>
        </p:nvSpPr>
        <p:spPr>
          <a:xfrm>
            <a:off x="4367620" y="4092168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2"/>
          <p:cNvSpPr>
            <a:spLocks noGrp="1"/>
          </p:cNvSpPr>
          <p:nvPr>
            <p:ph type="pic" idx="24"/>
          </p:nvPr>
        </p:nvSpPr>
        <p:spPr>
          <a:xfrm>
            <a:off x="6843468" y="2323944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32"/>
          <p:cNvSpPr/>
          <p:nvPr/>
        </p:nvSpPr>
        <p:spPr>
          <a:xfrm>
            <a:off x="6788159" y="2269337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2"/>
          <p:cNvSpPr>
            <a:spLocks noGrp="1"/>
          </p:cNvSpPr>
          <p:nvPr>
            <p:ph type="pic" idx="25"/>
          </p:nvPr>
        </p:nvSpPr>
        <p:spPr>
          <a:xfrm>
            <a:off x="6843468" y="4151485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2"/>
          <p:cNvSpPr/>
          <p:nvPr/>
        </p:nvSpPr>
        <p:spPr>
          <a:xfrm>
            <a:off x="6788159" y="4096878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2"/>
          <p:cNvSpPr>
            <a:spLocks noGrp="1"/>
          </p:cNvSpPr>
          <p:nvPr>
            <p:ph type="pic" idx="26"/>
          </p:nvPr>
        </p:nvSpPr>
        <p:spPr>
          <a:xfrm>
            <a:off x="9264007" y="2315923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32"/>
          <p:cNvSpPr/>
          <p:nvPr/>
        </p:nvSpPr>
        <p:spPr>
          <a:xfrm>
            <a:off x="9208698" y="2261316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2"/>
          <p:cNvSpPr>
            <a:spLocks noGrp="1"/>
          </p:cNvSpPr>
          <p:nvPr>
            <p:ph type="pic" idx="27"/>
          </p:nvPr>
        </p:nvSpPr>
        <p:spPr>
          <a:xfrm>
            <a:off x="9264007" y="4143464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2"/>
          <p:cNvSpPr/>
          <p:nvPr/>
        </p:nvSpPr>
        <p:spPr>
          <a:xfrm>
            <a:off x="9208698" y="4088857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2"/>
          <p:cNvSpPr txBox="1">
            <a:spLocks noGrp="1"/>
          </p:cNvSpPr>
          <p:nvPr>
            <p:ph type="title"/>
          </p:nvPr>
        </p:nvSpPr>
        <p:spPr>
          <a:xfrm>
            <a:off x="2452698" y="1187753"/>
            <a:ext cx="7286604" cy="63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nding">
  <p:cSld name="Funding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320" name="Google Shape;320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D34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3"/>
          <p:cNvSpPr txBox="1">
            <a:spLocks noGrp="1"/>
          </p:cNvSpPr>
          <p:nvPr>
            <p:ph type="body" idx="1"/>
          </p:nvPr>
        </p:nvSpPr>
        <p:spPr>
          <a:xfrm>
            <a:off x="900511" y="4114240"/>
            <a:ext cx="2382386" cy="61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2" name="Google Shape;322;p33"/>
          <p:cNvSpPr txBox="1">
            <a:spLocks noGrp="1"/>
          </p:cNvSpPr>
          <p:nvPr>
            <p:ph type="body" idx="2"/>
          </p:nvPr>
        </p:nvSpPr>
        <p:spPr>
          <a:xfrm>
            <a:off x="900511" y="4733168"/>
            <a:ext cx="2382386" cy="85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3" name="Google Shape;323;p33"/>
          <p:cNvSpPr txBox="1">
            <a:spLocks noGrp="1"/>
          </p:cNvSpPr>
          <p:nvPr>
            <p:ph type="body" idx="3"/>
          </p:nvPr>
        </p:nvSpPr>
        <p:spPr>
          <a:xfrm>
            <a:off x="3584039" y="4114240"/>
            <a:ext cx="2382386" cy="61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7D80"/>
              </a:buClr>
              <a:buSzPts val="1600"/>
              <a:buNone/>
              <a:defRPr sz="1600" cap="none">
                <a:solidFill>
                  <a:srgbClr val="F87D8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4" name="Google Shape;324;p33"/>
          <p:cNvSpPr txBox="1">
            <a:spLocks noGrp="1"/>
          </p:cNvSpPr>
          <p:nvPr>
            <p:ph type="body" idx="4"/>
          </p:nvPr>
        </p:nvSpPr>
        <p:spPr>
          <a:xfrm>
            <a:off x="3584039" y="4733168"/>
            <a:ext cx="2382386" cy="85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5" name="Google Shape;325;p33"/>
          <p:cNvSpPr txBox="1">
            <a:spLocks noGrp="1"/>
          </p:cNvSpPr>
          <p:nvPr>
            <p:ph type="body" idx="5"/>
          </p:nvPr>
        </p:nvSpPr>
        <p:spPr>
          <a:xfrm>
            <a:off x="6267567" y="4114240"/>
            <a:ext cx="2382386" cy="61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6" name="Google Shape;326;p33"/>
          <p:cNvSpPr txBox="1">
            <a:spLocks noGrp="1"/>
          </p:cNvSpPr>
          <p:nvPr>
            <p:ph type="body" idx="6"/>
          </p:nvPr>
        </p:nvSpPr>
        <p:spPr>
          <a:xfrm>
            <a:off x="6267567" y="4733168"/>
            <a:ext cx="2382386" cy="85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7" name="Google Shape;327;p33"/>
          <p:cNvSpPr txBox="1">
            <a:spLocks noGrp="1"/>
          </p:cNvSpPr>
          <p:nvPr>
            <p:ph type="body" idx="7"/>
          </p:nvPr>
        </p:nvSpPr>
        <p:spPr>
          <a:xfrm>
            <a:off x="8951094" y="4114240"/>
            <a:ext cx="2382386" cy="61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6C1F8"/>
              </a:buClr>
              <a:buSzPts val="1600"/>
              <a:buNone/>
              <a:defRPr sz="1600" cap="none">
                <a:solidFill>
                  <a:srgbClr val="B6C1F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8" name="Google Shape;328;p33"/>
          <p:cNvSpPr txBox="1">
            <a:spLocks noGrp="1"/>
          </p:cNvSpPr>
          <p:nvPr>
            <p:ph type="body" idx="8"/>
          </p:nvPr>
        </p:nvSpPr>
        <p:spPr>
          <a:xfrm>
            <a:off x="8951094" y="4733168"/>
            <a:ext cx="2382386" cy="85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9" name="Google Shape;329;p33"/>
          <p:cNvSpPr txBox="1">
            <a:spLocks noGrp="1"/>
          </p:cNvSpPr>
          <p:nvPr>
            <p:ph type="body" idx="9"/>
          </p:nvPr>
        </p:nvSpPr>
        <p:spPr>
          <a:xfrm>
            <a:off x="1285758" y="2399173"/>
            <a:ext cx="1611892" cy="115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0" name="Google Shape;330;p33"/>
          <p:cNvSpPr txBox="1">
            <a:spLocks noGrp="1"/>
          </p:cNvSpPr>
          <p:nvPr>
            <p:ph type="body" idx="13"/>
          </p:nvPr>
        </p:nvSpPr>
        <p:spPr>
          <a:xfrm>
            <a:off x="6652814" y="2399173"/>
            <a:ext cx="1611892" cy="115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1" name="Google Shape;331;p33"/>
          <p:cNvSpPr txBox="1">
            <a:spLocks noGrp="1"/>
          </p:cNvSpPr>
          <p:nvPr>
            <p:ph type="body" idx="14"/>
          </p:nvPr>
        </p:nvSpPr>
        <p:spPr>
          <a:xfrm>
            <a:off x="9336341" y="2399173"/>
            <a:ext cx="1611892" cy="115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B6C1F8"/>
              </a:buClr>
              <a:buSzPts val="2800"/>
              <a:buNone/>
              <a:defRPr sz="2800" cap="none">
                <a:solidFill>
                  <a:srgbClr val="B6C1F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body" idx="15"/>
          </p:nvPr>
        </p:nvSpPr>
        <p:spPr>
          <a:xfrm>
            <a:off x="3969286" y="2399173"/>
            <a:ext cx="1611892" cy="115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F87D80"/>
              </a:buClr>
              <a:buSzPts val="2800"/>
              <a:buNone/>
              <a:defRPr sz="2800" cap="none">
                <a:solidFill>
                  <a:srgbClr val="F87D8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title"/>
          </p:nvPr>
        </p:nvSpPr>
        <p:spPr>
          <a:xfrm>
            <a:off x="793750" y="715939"/>
            <a:ext cx="486460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">
  <p:cSld name="Summary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339" name="Google Shape;339;p34"/>
          <p:cNvSpPr txBox="1">
            <a:spLocks noGrp="1"/>
          </p:cNvSpPr>
          <p:nvPr>
            <p:ph type="title"/>
          </p:nvPr>
        </p:nvSpPr>
        <p:spPr>
          <a:xfrm>
            <a:off x="0" y="1353381"/>
            <a:ext cx="5622878" cy="4151236"/>
          </a:xfrm>
          <a:prstGeom prst="rect">
            <a:avLst/>
          </a:prstGeom>
          <a:solidFill>
            <a:schemeClr val="accent3">
              <a:alpha val="89803"/>
            </a:schemeClr>
          </a:solidFill>
          <a:ln>
            <a:noFill/>
          </a:ln>
        </p:spPr>
        <p:txBody>
          <a:bodyPr spcFirstLastPara="1" wrap="square" lIns="649200" tIns="749800" rIns="91425" bIns="45700" anchor="t" anchorCtr="0">
            <a:noAutofit/>
          </a:bodyPr>
          <a:lstStyle>
            <a:lvl1pPr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34"/>
          <p:cNvSpPr txBox="1">
            <a:spLocks noGrp="1"/>
          </p:cNvSpPr>
          <p:nvPr>
            <p:ph type="body" idx="1"/>
          </p:nvPr>
        </p:nvSpPr>
        <p:spPr>
          <a:xfrm>
            <a:off x="577993" y="2689071"/>
            <a:ext cx="4567209" cy="221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bg>
      <p:bgPr>
        <a:solidFill>
          <a:schemeClr val="dk1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5"/>
          <p:cNvSpPr>
            <a:spLocks noGrp="1"/>
          </p:cNvSpPr>
          <p:nvPr>
            <p:ph type="pic" idx="2"/>
          </p:nvPr>
        </p:nvSpPr>
        <p:spPr>
          <a:xfrm flipH="1">
            <a:off x="0" y="0"/>
            <a:ext cx="81534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35"/>
          <p:cNvSpPr txBox="1">
            <a:spLocks noGrp="1"/>
          </p:cNvSpPr>
          <p:nvPr>
            <p:ph type="body" idx="1"/>
          </p:nvPr>
        </p:nvSpPr>
        <p:spPr>
          <a:xfrm>
            <a:off x="7465112" y="2326705"/>
            <a:ext cx="4114592" cy="221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4" name="Google Shape;344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347" name="Google Shape;347;p35"/>
          <p:cNvSpPr txBox="1">
            <a:spLocks noGrp="1"/>
          </p:cNvSpPr>
          <p:nvPr>
            <p:ph type="title"/>
          </p:nvPr>
        </p:nvSpPr>
        <p:spPr>
          <a:xfrm>
            <a:off x="7452360" y="1728566"/>
            <a:ext cx="4127344" cy="72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שקופית כותרת" type="title">
  <p:cSld name="TITLE">
    <p:bg>
      <p:bgPr>
        <a:solidFill>
          <a:schemeClr val="accent2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7"/>
          <p:cNvSpPr txBox="1"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sz="3600" cap="none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37"/>
          <p:cNvSpPr txBox="1"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>
                <a:solidFill>
                  <a:srgbClr val="3F3F3F"/>
                </a:solidFill>
              </a:defRPr>
            </a:lvl1pPr>
            <a:lvl2pPr lvl="1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4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5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xK_Xb0Ras_ZNiJ1CMnixlKGRmlES37Fx/edit?usp=drive_link&amp;ouid=113275702501995684649&amp;rtpof=true&amp;sd=tru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ikb30.wordpress.com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7" Type="http://schemas.openxmlformats.org/officeDocument/2006/relationships/image" Target="../media/image2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"/>
          <p:cNvSpPr txBox="1">
            <a:spLocks noGrp="1"/>
          </p:cNvSpPr>
          <p:nvPr>
            <p:ph type="title"/>
          </p:nvPr>
        </p:nvSpPr>
        <p:spPr>
          <a:xfrm>
            <a:off x="3829050" y="1925832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Font typeface="Arial"/>
              <a:buNone/>
            </a:pPr>
            <a:r>
              <a:rPr lang="iw-IL" dirty="0"/>
              <a:t>השתלמות </a:t>
            </a:r>
            <a:r>
              <a:rPr lang="he-IL" dirty="0"/>
              <a:t>יחידה 5 נושאי ליבה בבינה מלאכותית - </a:t>
            </a:r>
            <a:r>
              <a:rPr lang="he-IL"/>
              <a:t>תשפ"ז מחזור א'</a:t>
            </a:r>
            <a:endParaRPr dirty="0"/>
          </a:p>
        </p:txBody>
      </p:sp>
      <p:sp>
        <p:nvSpPr>
          <p:cNvPr id="362" name="Google Shape;362;p1"/>
          <p:cNvSpPr txBox="1">
            <a:spLocks noGrp="1"/>
          </p:cNvSpPr>
          <p:nvPr>
            <p:ph type="body" idx="1"/>
          </p:nvPr>
        </p:nvSpPr>
        <p:spPr>
          <a:xfrm>
            <a:off x="3829050" y="3864505"/>
            <a:ext cx="75247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79E0F"/>
              </a:buClr>
              <a:buSzPts val="3600"/>
              <a:buNone/>
            </a:pPr>
            <a:r>
              <a:rPr lang="he-IL" sz="2400" dirty="0"/>
              <a:t>מאת: אריאל בר-יצחק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"/>
          <p:cNvSpPr txBox="1">
            <a:spLocks noGrp="1"/>
          </p:cNvSpPr>
          <p:nvPr>
            <p:ph type="body" idx="3"/>
          </p:nvPr>
        </p:nvSpPr>
        <p:spPr>
          <a:xfrm>
            <a:off x="523044" y="0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iw-IL" dirty="0"/>
              <a:t>מנח</a:t>
            </a:r>
            <a:r>
              <a:rPr lang="he-IL" dirty="0"/>
              <a:t>ה</a:t>
            </a:r>
            <a:r>
              <a:rPr lang="iw-IL" dirty="0"/>
              <a:t> ההשתלמות</a:t>
            </a:r>
            <a:endParaRPr dirty="0"/>
          </a:p>
        </p:txBody>
      </p:sp>
      <p:sp>
        <p:nvSpPr>
          <p:cNvPr id="4" name="Google Shape;368;p2">
            <a:extLst>
              <a:ext uri="{FF2B5EF4-FFF2-40B4-BE49-F238E27FC236}">
                <a16:creationId xmlns:a16="http://schemas.microsoft.com/office/drawing/2014/main" id="{45B4AA03-D9F7-6235-1BB1-6E1D315D7D53}"/>
              </a:ext>
            </a:extLst>
          </p:cNvPr>
          <p:cNvSpPr txBox="1">
            <a:spLocks/>
          </p:cNvSpPr>
          <p:nvPr/>
        </p:nvSpPr>
        <p:spPr>
          <a:xfrm>
            <a:off x="2536466" y="1376363"/>
            <a:ext cx="8959057" cy="3835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iw-IL" dirty="0"/>
              <a:t>אריאל בר-יצחק</a:t>
            </a:r>
          </a:p>
          <a:p>
            <a:pPr indent="-443865">
              <a:buFont typeface="Arial"/>
              <a:buChar char="•"/>
            </a:pPr>
            <a:r>
              <a:rPr lang="iw-IL" dirty="0"/>
              <a:t>תואר ראשון במדעי המחשב וניהול</a:t>
            </a:r>
          </a:p>
          <a:p>
            <a:pPr indent="-443865">
              <a:buFont typeface="Arial"/>
              <a:buChar char="•"/>
            </a:pPr>
            <a:r>
              <a:rPr lang="iw-IL" dirty="0"/>
              <a:t>מלמד בליאו באק חיפה</a:t>
            </a:r>
          </a:p>
          <a:p>
            <a:pPr indent="-443865">
              <a:buFont typeface="Arial"/>
              <a:buChar char="•"/>
            </a:pPr>
            <a:r>
              <a:rPr lang="iw-IL" dirty="0"/>
              <a:t>עובד בפיקוח אחריות על פיתוח וקידום תחום </a:t>
            </a:r>
            <a:r>
              <a:rPr lang="en-US" dirty="0"/>
              <a:t>DS &amp; ML</a:t>
            </a:r>
          </a:p>
          <a:p>
            <a:pPr indent="-443865">
              <a:buFont typeface="Arial"/>
              <a:buChar char="•"/>
            </a:pPr>
            <a:r>
              <a:rPr lang="iw-IL" dirty="0"/>
              <a:t>הוראת </a:t>
            </a:r>
            <a:r>
              <a:rPr lang="en-US" dirty="0"/>
              <a:t>DS &amp; ML</a:t>
            </a:r>
            <a:r>
              <a:rPr lang="he-IL" dirty="0"/>
              <a:t> </a:t>
            </a:r>
            <a:r>
              <a:rPr lang="iw-IL" dirty="0"/>
              <a:t>החל משנת תשפ"א</a:t>
            </a:r>
          </a:p>
          <a:p>
            <a:pPr indent="-443865">
              <a:buFont typeface="Arial"/>
              <a:buChar char="•"/>
            </a:pPr>
            <a:r>
              <a:rPr lang="iw-IL" dirty="0"/>
              <a:t>מנחה </a:t>
            </a:r>
            <a:r>
              <a:rPr lang="iw-IL" u="sng" dirty="0">
                <a:solidFill>
                  <a:schemeClr val="hlink"/>
                </a:solidFill>
                <a:hlinkClick r:id="rId3"/>
              </a:rPr>
              <a:t>השתלמויות</a:t>
            </a:r>
            <a:r>
              <a:rPr lang="iw-IL" dirty="0"/>
              <a:t> </a:t>
            </a:r>
            <a:r>
              <a:rPr lang="en-US" dirty="0"/>
              <a:t>DS &amp; ML</a:t>
            </a:r>
          </a:p>
          <a:p>
            <a:pPr indent="-443865">
              <a:buFont typeface="Arial"/>
              <a:buChar char="•"/>
            </a:pPr>
            <a:r>
              <a:rPr lang="iw-IL" dirty="0"/>
              <a:t>מתחזק </a:t>
            </a:r>
            <a:r>
              <a:rPr lang="iw-IL" u="sng" dirty="0">
                <a:solidFill>
                  <a:schemeClr val="hlink"/>
                </a:solidFill>
                <a:hlinkClick r:id="rId4"/>
              </a:rPr>
              <a:t>בלוג</a:t>
            </a:r>
            <a:r>
              <a:rPr lang="iw-IL" dirty="0"/>
              <a:t> עם חומרי למידה</a:t>
            </a:r>
          </a:p>
          <a:p>
            <a:pPr indent="-266065"/>
            <a:endParaRPr lang="iw-IL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indent="-457200">
              <a:buFont typeface="Arial"/>
              <a:buChar char="•"/>
            </a:pPr>
            <a:r>
              <a:rPr lang="iw-IL" dirty="0"/>
              <a:t>השתלמות זו דורשת </a:t>
            </a:r>
            <a:r>
              <a:rPr lang="he-IL" dirty="0"/>
              <a:t>ידע בתחום הוראת היחידה ה-3, מבוא ל </a:t>
            </a:r>
            <a:r>
              <a:rPr lang="en-US" dirty="0"/>
              <a:t>AI Science</a:t>
            </a:r>
            <a:endParaRPr lang="he-IL" dirty="0"/>
          </a:p>
          <a:p>
            <a:pPr marL="685800" indent="-457200">
              <a:buFont typeface="Arial"/>
              <a:buChar char="•"/>
            </a:pPr>
            <a:r>
              <a:rPr lang="he-IL" dirty="0"/>
              <a:t>רישום במצפן</a:t>
            </a:r>
          </a:p>
          <a:p>
            <a:pPr marL="685800" lvl="0" indent="-457200">
              <a:buFont typeface="Arial"/>
              <a:buChar char="•"/>
            </a:pPr>
            <a:r>
              <a:rPr lang="he-IL" dirty="0"/>
              <a:t>נוכחות חובה לפחות 80% </a:t>
            </a:r>
          </a:p>
          <a:p>
            <a:pPr marL="6858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iw-IL" dirty="0"/>
              <a:t>המשימות ייעשו </a:t>
            </a:r>
            <a:r>
              <a:rPr lang="he-IL" dirty="0"/>
              <a:t>במידת האפשר </a:t>
            </a:r>
            <a:r>
              <a:rPr lang="iw-IL" dirty="0"/>
              <a:t>בזמן ההשתלמות עצמה</a:t>
            </a:r>
            <a:r>
              <a:rPr lang="he-IL" dirty="0"/>
              <a:t>. </a:t>
            </a:r>
          </a:p>
          <a:p>
            <a:pPr marL="6858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he-IL" dirty="0"/>
              <a:t>מי שמתכנן ללמד את החלופה צריך לשאוף לבצע את כל המשימות.</a:t>
            </a:r>
          </a:p>
          <a:p>
            <a:pPr marL="6858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iw-IL" dirty="0"/>
              <a:t>הגשת פרויקט</a:t>
            </a:r>
            <a:r>
              <a:rPr lang="he-IL" dirty="0"/>
              <a:t> מסכם</a:t>
            </a:r>
            <a:r>
              <a:rPr lang="iw-IL" dirty="0"/>
              <a:t> בסוף ההשתלמות</a:t>
            </a:r>
            <a:endParaRPr lang="he-IL" dirty="0"/>
          </a:p>
          <a:p>
            <a:pPr marL="1143000" lvl="1" indent="-3048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dirty="0"/>
          </a:p>
        </p:txBody>
      </p:sp>
      <p:sp>
        <p:nvSpPr>
          <p:cNvPr id="375" name="Google Shape;375;p3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iw-IL"/>
              <a:t>דרישות ההשתלמות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97554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indent="-457200">
              <a:buFont typeface="Arial"/>
              <a:buChar char="•"/>
            </a:pPr>
            <a:r>
              <a:rPr lang="he-IL" dirty="0"/>
              <a:t>קבוצת </a:t>
            </a:r>
            <a:r>
              <a:rPr lang="he-IL" dirty="0" err="1"/>
              <a:t>ווטסאפ</a:t>
            </a:r>
            <a:r>
              <a:rPr lang="he-IL" dirty="0"/>
              <a:t> של ההשתלמות </a:t>
            </a:r>
          </a:p>
          <a:p>
            <a:pPr marL="685800" indent="-457200">
              <a:buFont typeface="Arial"/>
              <a:buChar char="•"/>
            </a:pPr>
            <a:r>
              <a:rPr lang="he-IL" dirty="0" err="1"/>
              <a:t>קלאסרום</a:t>
            </a:r>
            <a:r>
              <a:rPr lang="he-IL" dirty="0"/>
              <a:t> השתלמות (חשבונות </a:t>
            </a:r>
            <a:r>
              <a:rPr lang="en-US" dirty="0" err="1"/>
              <a:t>gmail</a:t>
            </a:r>
            <a:r>
              <a:rPr lang="he-IL" dirty="0"/>
              <a:t> פרטיים)</a:t>
            </a:r>
          </a:p>
          <a:p>
            <a:pPr marL="685800" indent="-457200">
              <a:buFont typeface="Arial"/>
              <a:buChar char="•"/>
            </a:pPr>
            <a:r>
              <a:rPr lang="he-IL" dirty="0"/>
              <a:t>לוז ההשתלמות </a:t>
            </a:r>
            <a:r>
              <a:rPr lang="he-IL" dirty="0" err="1"/>
              <a:t>בקלאסרום</a:t>
            </a:r>
            <a:endParaRPr lang="he-IL" dirty="0"/>
          </a:p>
          <a:p>
            <a:pPr marL="6858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he-IL" dirty="0"/>
              <a:t>לינקים להקלטות המפגשים </a:t>
            </a:r>
            <a:r>
              <a:rPr lang="he-IL" dirty="0" err="1"/>
              <a:t>בקלאסרום</a:t>
            </a:r>
            <a:endParaRPr lang="he-IL" dirty="0"/>
          </a:p>
          <a:p>
            <a:pPr marL="685800" indent="-457200">
              <a:buFont typeface="Arial"/>
              <a:buChar char="•"/>
            </a:pPr>
            <a:r>
              <a:rPr lang="he-IL" dirty="0"/>
              <a:t>מיקרופון סגור, מצלמה פתוחה</a:t>
            </a:r>
          </a:p>
          <a:p>
            <a:pPr marL="228600" lvl="0" indent="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lang="he-IL" dirty="0"/>
          </a:p>
          <a:p>
            <a:pPr marL="6858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endParaRPr lang="he-IL" dirty="0"/>
          </a:p>
          <a:p>
            <a:pPr marL="6858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endParaRPr lang="he-IL" dirty="0"/>
          </a:p>
          <a:p>
            <a:pPr marL="1143000" lvl="1" indent="-3048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dirty="0"/>
          </a:p>
        </p:txBody>
      </p:sp>
      <p:sp>
        <p:nvSpPr>
          <p:cNvPr id="375" name="Google Shape;375;p3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he-IL" dirty="0"/>
              <a:t>משאבים נדרשים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he-IL" sz="2400" dirty="0"/>
              <a:t>ימי ראשון</a:t>
            </a:r>
          </a:p>
          <a:p>
            <a:pPr marL="1143000" lvl="1" indent="-457200">
              <a:spcBef>
                <a:spcPts val="1000"/>
              </a:spcBef>
              <a:buSzPts val="2800"/>
              <a:buFont typeface="Arial"/>
              <a:buChar char="•"/>
            </a:pPr>
            <a:r>
              <a:rPr lang="he-IL" dirty="0"/>
              <a:t>שיעור 17:15 עד 20:30</a:t>
            </a:r>
          </a:p>
          <a:p>
            <a:pPr marL="1143000" lvl="1" indent="-457200">
              <a:spcBef>
                <a:spcPts val="1000"/>
              </a:spcBef>
              <a:buSzPts val="2800"/>
              <a:buFont typeface="Arial"/>
              <a:buChar char="•"/>
            </a:pPr>
            <a:r>
              <a:rPr lang="he-IL" dirty="0"/>
              <a:t>הפסקה סביבות 18:45 (15 דקות)</a:t>
            </a:r>
          </a:p>
          <a:p>
            <a:pPr marL="228600" indent="0"/>
            <a:endParaRPr lang="he-IL" sz="2400" dirty="0"/>
          </a:p>
          <a:p>
            <a:pPr marL="685800" indent="-457200">
              <a:buFont typeface="Arial"/>
              <a:buChar char="•"/>
            </a:pPr>
            <a:endParaRPr lang="he-IL" sz="2400" dirty="0"/>
          </a:p>
          <a:p>
            <a:pPr marL="685800" indent="-457200">
              <a:buFont typeface="Arial"/>
              <a:buChar char="•"/>
            </a:pPr>
            <a:endParaRPr lang="he-IL" dirty="0"/>
          </a:p>
          <a:p>
            <a:pPr marL="6858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endParaRPr lang="he-IL" dirty="0"/>
          </a:p>
          <a:p>
            <a:pPr marL="1143000" lvl="1" indent="-3048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dirty="0"/>
          </a:p>
        </p:txBody>
      </p:sp>
      <p:sp>
        <p:nvSpPr>
          <p:cNvPr id="375" name="Google Shape;375;p3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he-IL"/>
              <a:t>לו"ז למפגשים בזום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64961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552CC3-FCA0-42C2-8D8E-69CC104BE1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יחידות 1,2,4: כרגיל</a:t>
            </a:r>
          </a:p>
          <a:p>
            <a:r>
              <a:rPr lang="he-IL" dirty="0"/>
              <a:t>יחידה 3: מדעי הנתונים עם פרויקט (משנת תשפ"א)</a:t>
            </a:r>
          </a:p>
          <a:p>
            <a:r>
              <a:rPr lang="he-IL" dirty="0"/>
              <a:t>יחידה 5: מדעי הנתונים  עם מבחן בכתב (משנת תשפ"ז)</a:t>
            </a:r>
          </a:p>
          <a:p>
            <a:r>
              <a:rPr lang="he-IL" dirty="0"/>
              <a:t>יחידות 6-10: הנדסת תוכנה </a:t>
            </a:r>
            <a:r>
              <a:rPr lang="en-US" dirty="0"/>
              <a:t>ML</a:t>
            </a:r>
            <a:r>
              <a:rPr lang="he-IL" dirty="0"/>
              <a:t> (משנת תשפ"א)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5EEA0-E7BF-4EA5-A1D0-09BD0A4495E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he-IL"/>
              <a:t>מסלול </a:t>
            </a:r>
            <a:r>
              <a:rPr lang="en-US"/>
              <a:t>AI Science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237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8B7130B-8886-E153-3F19-C83229B5D63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algn="r"/>
            <a:r>
              <a:rPr lang="he-IL" dirty="0"/>
              <a:t>למידה ספיראלית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E5F8B52C-46AF-CB49-EE87-7B4235EA2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4" y="2292760"/>
            <a:ext cx="4847211" cy="3197660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A15E6410-CB37-40D5-61DD-7DBF2A04FC08}"/>
              </a:ext>
            </a:extLst>
          </p:cNvPr>
          <p:cNvSpPr txBox="1"/>
          <p:nvPr/>
        </p:nvSpPr>
        <p:spPr>
          <a:xfrm>
            <a:off x="1773936" y="1741487"/>
            <a:ext cx="95897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2400" dirty="0"/>
              <a:t>חוזרים לרעיונות המרכזיים שוב ושוב, בכל פעם ברמת עומק גבוהה יותר.</a:t>
            </a:r>
          </a:p>
        </p:txBody>
      </p:sp>
    </p:spTree>
    <p:extLst>
      <p:ext uri="{BB962C8B-B14F-4D97-AF65-F5344CB8AC3E}">
        <p14:creationId xmlns:p14="http://schemas.microsoft.com/office/powerpoint/2010/main" val="3818509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"/>
          <p:cNvSpPr txBox="1">
            <a:spLocks noGrp="1"/>
          </p:cNvSpPr>
          <p:nvPr>
            <p:ph type="body" idx="1"/>
          </p:nvPr>
        </p:nvSpPr>
        <p:spPr>
          <a:xfrm>
            <a:off x="351693" y="1702147"/>
            <a:ext cx="11430077" cy="3907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iw-IL"/>
              <a:t>Data science is a new science, focused on generating value from data </a:t>
            </a:r>
            <a:r>
              <a:rPr lang="iw-IL" sz="1200"/>
              <a:t>(Skiena, 2017)</a:t>
            </a:r>
            <a:endParaRPr/>
          </a:p>
        </p:txBody>
      </p:sp>
      <p:sp>
        <p:nvSpPr>
          <p:cNvPr id="381" name="Google Shape;381;p4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iw-IL"/>
              <a:t>מדעי הנתונים</a:t>
            </a:r>
            <a:endParaRPr/>
          </a:p>
        </p:txBody>
      </p:sp>
      <p:sp>
        <p:nvSpPr>
          <p:cNvPr id="382" name="Google Shape;382;p4"/>
          <p:cNvSpPr txBox="1">
            <a:spLocks noGrp="1"/>
          </p:cNvSpPr>
          <p:nvPr>
            <p:ph type="sldNum" idx="4294967295"/>
          </p:nvPr>
        </p:nvSpPr>
        <p:spPr>
          <a:xfrm>
            <a:off x="9448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fld id="{00000000-1234-1234-1234-123412341234}" type="slidenum">
              <a:rPr lang="iw-IL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83" name="Google Shape;383;p4" descr="Image result for proces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81525" y="3155603"/>
            <a:ext cx="3028950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4" descr="Image result for insight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46576" y="2517868"/>
            <a:ext cx="1897062" cy="1263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4" descr="Image result for money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306183" y="3954274"/>
            <a:ext cx="2482766" cy="1513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4" descr="Image result for arrow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23803" y="3612803"/>
            <a:ext cx="142875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4" descr="Image result for data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04800" y="3309061"/>
            <a:ext cx="2655276" cy="1846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" descr="Image result for arrow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17826" y="2781990"/>
            <a:ext cx="142875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4" descr="Image result for arrow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17826" y="4291887"/>
            <a:ext cx="1428750" cy="10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iw-IL"/>
              <a:t>מדעי הנתונים הוא מדע בין תחומי</a:t>
            </a:r>
            <a:endParaRPr/>
          </a:p>
        </p:txBody>
      </p:sp>
      <p:pic>
        <p:nvPicPr>
          <p:cNvPr id="395" name="Google Shape;395;p5"/>
          <p:cNvPicPr preferRelativeResize="0"/>
          <p:nvPr/>
        </p:nvPicPr>
        <p:blipFill rotWithShape="1">
          <a:blip r:embed="rId3">
            <a:alphaModFix/>
          </a:blip>
          <a:srcRect l="4660" t="5799" r="5631" b="3750"/>
          <a:stretch/>
        </p:blipFill>
        <p:spPr>
          <a:xfrm>
            <a:off x="3674200" y="1367160"/>
            <a:ext cx="4785064" cy="4308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iw-IL"/>
              <a:t>כלב או חתול?</a:t>
            </a:r>
            <a:endParaRPr/>
          </a:p>
        </p:txBody>
      </p:sp>
      <p:pic>
        <p:nvPicPr>
          <p:cNvPr id="401" name="Google Shape;401;p6" descr="תמונה שמכילה כלב, דשא, יושב, יונק&#10;&#10;התיאור נוצר באופן אוטומטי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94973" y="1924870"/>
            <a:ext cx="4602053" cy="3464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7"/>
          <p:cNvSpPr txBox="1">
            <a:spLocks noGrp="1"/>
          </p:cNvSpPr>
          <p:nvPr>
            <p:ph type="body" idx="2"/>
          </p:nvPr>
        </p:nvSpPr>
        <p:spPr>
          <a:xfrm>
            <a:off x="380961" y="144406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iw-IL"/>
              <a:t>מדעי הנתונים – פרדיגמה חדשה</a:t>
            </a:r>
            <a:endParaRPr/>
          </a:p>
        </p:txBody>
      </p:sp>
      <p:pic>
        <p:nvPicPr>
          <p:cNvPr id="407" name="Google Shape;40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7206" y="1520769"/>
            <a:ext cx="6000421" cy="4069851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7"/>
          <p:cNvSpPr txBox="1"/>
          <p:nvPr/>
        </p:nvSpPr>
        <p:spPr>
          <a:xfrm>
            <a:off x="6181725" y="6000750"/>
            <a:ext cx="551497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https://sravya-tech-usage.medium.com/traditional-programming-vs-machine-learning-e9bbed5e491c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A672B5E-75B8-C89A-C381-DF948B65351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he-IL"/>
              <a:t>צילום קבוצתי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4B000929-245F-8B2F-02DA-CE0327B6A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241" y="1570838"/>
            <a:ext cx="5671516" cy="385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807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9" descr="תמונה שמכילה חץ&#10;&#10;התיאור נוצר באופן אוטומטי"/>
          <p:cNvPicPr preferRelativeResize="0">
            <a:picLocks noGrp="1"/>
          </p:cNvPicPr>
          <p:nvPr>
            <p:ph type="body" idx="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287733" y="1375522"/>
            <a:ext cx="7616535" cy="4106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ch pitch deck">
  <a:themeElements>
    <a:clrScheme name="Custom 2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A1380"/>
      </a:accent1>
      <a:accent2>
        <a:srgbClr val="0C1A69"/>
      </a:accent2>
      <a:accent3>
        <a:srgbClr val="F4292E"/>
      </a:accent3>
      <a:accent4>
        <a:srgbClr val="FD49C1"/>
      </a:accent4>
      <a:accent5>
        <a:srgbClr val="15C7C7"/>
      </a:accent5>
      <a:accent6>
        <a:srgbClr val="02DCFA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247</Words>
  <Application>Microsoft Office PowerPoint</Application>
  <PresentationFormat>מסך רחב</PresentationFormat>
  <Paragraphs>47</Paragraphs>
  <Slides>13</Slides>
  <Notes>10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13</vt:i4>
      </vt:variant>
    </vt:vector>
  </HeadingPairs>
  <TitlesOfParts>
    <vt:vector size="18" baseType="lpstr">
      <vt:lpstr>Tahoma</vt:lpstr>
      <vt:lpstr>Arial</vt:lpstr>
      <vt:lpstr>Calibri</vt:lpstr>
      <vt:lpstr>Courier New</vt:lpstr>
      <vt:lpstr>Tech pitch deck</vt:lpstr>
      <vt:lpstr>השתלמות יחידה 5 נושאי ליבה בבינה מלאכותית - תשפ"ז מחזור א'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אריאל בר-יצחק</dc:creator>
  <cp:lastModifiedBy>אריאל דוד בר יצחק</cp:lastModifiedBy>
  <cp:revision>50</cp:revision>
  <dcterms:created xsi:type="dcterms:W3CDTF">2022-11-16T18:03:32Z</dcterms:created>
  <dcterms:modified xsi:type="dcterms:W3CDTF">2026-09-22T14:39:33Z</dcterms:modified>
</cp:coreProperties>
</file>