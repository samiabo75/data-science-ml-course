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5" r:id="rId3"/>
    <p:sldId id="258" r:id="rId4"/>
    <p:sldId id="259" r:id="rId5"/>
    <p:sldId id="260" r:id="rId6"/>
    <p:sldId id="261" r:id="rId7"/>
    <p:sldId id="262" r:id="rId8"/>
    <p:sldId id="274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5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62629B-4DB8-A3B0-D19A-5EAB663F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0400" y="7165917"/>
            <a:ext cx="114316" cy="4191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FD5F55-55F1-3F68-D02B-E953C516A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084" y="7124631"/>
            <a:ext cx="295316" cy="457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CACD09-F598-8DB3-6FFE-4728ADD816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94"/>
          <a:stretch>
            <a:fillRect/>
          </a:stretch>
        </p:blipFill>
        <p:spPr>
          <a:xfrm>
            <a:off x="12204716" y="7124631"/>
            <a:ext cx="2210130" cy="495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289A75-1E8A-5F72-4B64-F72C602FEC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839"/>
          <a:stretch>
            <a:fillRect/>
          </a:stretch>
        </p:blipFill>
        <p:spPr>
          <a:xfrm>
            <a:off x="13677554" y="7127806"/>
            <a:ext cx="1105246" cy="495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795CF0-D750-D51E-1CBB-5A66A2F47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1542" y="7165917"/>
            <a:ext cx="114316" cy="4191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F9D1B5-57B6-02B8-A228-3FF88CD52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226" y="7124631"/>
            <a:ext cx="295316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327DC5-0B52-5CEA-CB81-7A0C3269FFD1}"/>
              </a:ext>
            </a:extLst>
          </p:cNvPr>
          <p:cNvSpPr txBox="1"/>
          <p:nvPr/>
        </p:nvSpPr>
        <p:spPr>
          <a:xfrm>
            <a:off x="1814874" y="1600200"/>
            <a:ext cx="750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3600" b="1" dirty="0">
                <a:solidFill>
                  <a:schemeClr val="bg1"/>
                </a:solidFill>
              </a:rPr>
              <a:t>/ית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7490C-5DD7-1C24-3B29-0A19E8BB44EB}"/>
              </a:ext>
            </a:extLst>
          </p:cNvPr>
          <p:cNvSpPr txBox="1"/>
          <p:nvPr/>
        </p:nvSpPr>
        <p:spPr>
          <a:xfrm>
            <a:off x="10109200" y="1578114"/>
            <a:ext cx="623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3600" b="1" dirty="0">
                <a:solidFill>
                  <a:schemeClr val="bg1"/>
                </a:solidFill>
              </a:rPr>
              <a:t>/ת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מותאם אישית</PresentationFormat>
  <Paragraphs>2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אריאל דוד בר יצחק</cp:lastModifiedBy>
  <cp:revision>3</cp:revision>
  <dcterms:created xsi:type="dcterms:W3CDTF">2006-08-16T00:00:00Z</dcterms:created>
  <dcterms:modified xsi:type="dcterms:W3CDTF">2026-05-02T12:04:17Z</dcterms:modified>
</cp:coreProperties>
</file>