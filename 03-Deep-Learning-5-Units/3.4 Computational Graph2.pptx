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653" r:id="rId3"/>
    <p:sldId id="655" r:id="rId4"/>
    <p:sldId id="652" r:id="rId5"/>
    <p:sldId id="656" r:id="rId6"/>
    <p:sldId id="289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6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0ab643f0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0ab643f04_0_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0647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BC022EC-C9C7-D1FB-9083-D723AA52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0ab643f04_0_3:notes">
            <a:extLst>
              <a:ext uri="{FF2B5EF4-FFF2-40B4-BE49-F238E27FC236}">
                <a16:creationId xmlns:a16="http://schemas.microsoft.com/office/drawing/2014/main" id="{02BF68C1-71C9-CF1F-4451-BA1A5032F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0ab643f04_0_3:notes">
            <a:extLst>
              <a:ext uri="{FF2B5EF4-FFF2-40B4-BE49-F238E27FC236}">
                <a16:creationId xmlns:a16="http://schemas.microsoft.com/office/drawing/2014/main" id="{36E4C58E-E5FF-1BF4-732E-1FFC5DAD6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2996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02B26EB-58C7-2849-E271-E68397DD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0ab643f04_0_3:notes">
            <a:extLst>
              <a:ext uri="{FF2B5EF4-FFF2-40B4-BE49-F238E27FC236}">
                <a16:creationId xmlns:a16="http://schemas.microsoft.com/office/drawing/2014/main" id="{27E5DE14-C631-25A5-A565-6C47B4857C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0ab643f04_0_3:notes">
            <a:extLst>
              <a:ext uri="{FF2B5EF4-FFF2-40B4-BE49-F238E27FC236}">
                <a16:creationId xmlns:a16="http://schemas.microsoft.com/office/drawing/2014/main" id="{B869F57A-E779-208D-E05F-5B73BB8173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78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BA96120-2139-A7AC-01EA-F154D5B3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0ab643f04_0_3:notes">
            <a:extLst>
              <a:ext uri="{FF2B5EF4-FFF2-40B4-BE49-F238E27FC236}">
                <a16:creationId xmlns:a16="http://schemas.microsoft.com/office/drawing/2014/main" id="{9F0AE441-2F21-0CB5-8A2D-FEDFF03B4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0ab643f04_0_3:notes">
            <a:extLst>
              <a:ext uri="{FF2B5EF4-FFF2-40B4-BE49-F238E27FC236}">
                <a16:creationId xmlns:a16="http://schemas.microsoft.com/office/drawing/2014/main" id="{D451FEA4-4A9F-28AD-493A-B058161F9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0139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3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/>
          <p:nvPr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1219170" lvl="1" indent="-423323" algn="r" rtl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828754" lvl="2" indent="-423323" algn="r" rtl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438339" lvl="3" indent="-423323" algn="r" rtl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047924" lvl="4" indent="-423323" algn="r" rtl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3657509" lvl="5" indent="-423323" algn="r" rtl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r" rtl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r" rtl="1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r" rtl="1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rtl="0"/>
            <a:fld id="{00000000-1234-1234-1234-123412341234}" type="slidenum">
              <a:rPr lang="iw-IL" smtClean="0"/>
              <a:pPr rtl="0"/>
              <a:t>‹#›</a:t>
            </a:fld>
            <a:endParaRPr lang="iw-IL"/>
          </a:p>
        </p:txBody>
      </p:sp>
    </p:spTree>
    <p:extLst>
      <p:ext uri="{BB962C8B-B14F-4D97-AF65-F5344CB8AC3E}">
        <p14:creationId xmlns:p14="http://schemas.microsoft.com/office/powerpoint/2010/main" val="33109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40.png"/><Relationship Id="rId26" Type="http://schemas.openxmlformats.org/officeDocument/2006/relationships/image" Target="../media/image24.png"/><Relationship Id="rId39" Type="http://schemas.openxmlformats.org/officeDocument/2006/relationships/image" Target="../media/image43.png"/><Relationship Id="rId21" Type="http://schemas.openxmlformats.org/officeDocument/2006/relationships/hyperlink" Target="https://colab.research.google.com/drive/1RFZCFzc8Jflqwgb1zseJd6gvdZcscpvo?usp=sharing" TargetMode="External"/><Relationship Id="rId34" Type="http://schemas.openxmlformats.org/officeDocument/2006/relationships/image" Target="../media/image5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23.png"/><Relationship Id="rId33" Type="http://schemas.openxmlformats.org/officeDocument/2006/relationships/image" Target="../media/image54.png"/><Relationship Id="rId38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20" Type="http://schemas.openxmlformats.org/officeDocument/2006/relationships/image" Target="../media/image15.png"/><Relationship Id="rId29" Type="http://schemas.openxmlformats.org/officeDocument/2006/relationships/image" Target="../media/image21.png"/><Relationship Id="rId41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22.png"/><Relationship Id="rId37" Type="http://schemas.openxmlformats.org/officeDocument/2006/relationships/image" Target="../media/image37.png"/><Relationship Id="rId40" Type="http://schemas.openxmlformats.org/officeDocument/2006/relationships/image" Target="../media/image44.png"/><Relationship Id="rId5" Type="http://schemas.openxmlformats.org/officeDocument/2006/relationships/image" Target="../media/image27.png"/><Relationship Id="rId23" Type="http://schemas.openxmlformats.org/officeDocument/2006/relationships/image" Target="../media/image16.png"/><Relationship Id="rId28" Type="http://schemas.openxmlformats.org/officeDocument/2006/relationships/image" Target="../media/image20.png"/><Relationship Id="rId36" Type="http://schemas.openxmlformats.org/officeDocument/2006/relationships/image" Target="../media/image36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19.png"/><Relationship Id="rId22" Type="http://schemas.openxmlformats.org/officeDocument/2006/relationships/hyperlink" Target="https://colab.research.google.com/drive/1ZhWsv_wErPsoL_YxENylDdB8drXjsdCs?usp=sharing" TargetMode="External"/><Relationship Id="rId27" Type="http://schemas.openxmlformats.org/officeDocument/2006/relationships/image" Target="../media/image17.png"/><Relationship Id="rId35" Type="http://schemas.openxmlformats.org/officeDocument/2006/relationships/image" Target="../media/image35.png"/><Relationship Id="rId8" Type="http://schemas.openxmlformats.org/officeDocument/2006/relationships/image" Target="../media/image30.png"/><Relationship Id="rId3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0.png"/><Relationship Id="rId26" Type="http://schemas.openxmlformats.org/officeDocument/2006/relationships/image" Target="../media/image68.png"/><Relationship Id="rId39" Type="http://schemas.openxmlformats.org/officeDocument/2006/relationships/image" Target="../media/image81.png"/><Relationship Id="rId42" Type="http://schemas.openxmlformats.org/officeDocument/2006/relationships/image" Target="../media/image56.png"/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9.png"/><Relationship Id="rId20" Type="http://schemas.openxmlformats.org/officeDocument/2006/relationships/image" Target="../media/image61.png"/><Relationship Id="rId29" Type="http://schemas.openxmlformats.org/officeDocument/2006/relationships/image" Target="../media/image71.png"/><Relationship Id="rId41" Type="http://schemas.openxmlformats.org/officeDocument/2006/relationships/hyperlink" Target="https://colab.research.google.com/drive/1OMAQOmlzzng0fthLf8wKsDbULBsix_lV?usp=sha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350.png"/><Relationship Id="rId24" Type="http://schemas.openxmlformats.org/officeDocument/2006/relationships/image" Target="../media/image66.png"/><Relationship Id="rId32" Type="http://schemas.openxmlformats.org/officeDocument/2006/relationships/image" Target="../media/image74.png"/><Relationship Id="rId40" Type="http://schemas.openxmlformats.org/officeDocument/2006/relationships/hyperlink" Target="https://colab.research.google.com/drive/1RFZCFzc8Jflqwgb1zseJd6gvdZcscpvo?usp=sharing" TargetMode="External"/><Relationship Id="rId45" Type="http://schemas.openxmlformats.org/officeDocument/2006/relationships/image" Target="../media/image59.png"/><Relationship Id="rId5" Type="http://schemas.openxmlformats.org/officeDocument/2006/relationships/image" Target="../media/image190.png"/><Relationship Id="rId15" Type="http://schemas.openxmlformats.org/officeDocument/2006/relationships/image" Target="../media/image48.png"/><Relationship Id="rId23" Type="http://schemas.openxmlformats.org/officeDocument/2006/relationships/image" Target="../media/image65.png"/><Relationship Id="rId28" Type="http://schemas.openxmlformats.org/officeDocument/2006/relationships/image" Target="../media/image70.png"/><Relationship Id="rId36" Type="http://schemas.openxmlformats.org/officeDocument/2006/relationships/image" Target="../media/image53.png"/><Relationship Id="rId10" Type="http://schemas.openxmlformats.org/officeDocument/2006/relationships/image" Target="../media/image240.png"/><Relationship Id="rId19" Type="http://schemas.openxmlformats.org/officeDocument/2006/relationships/image" Target="../media/image52.png"/><Relationship Id="rId31" Type="http://schemas.openxmlformats.org/officeDocument/2006/relationships/image" Target="../media/image73.png"/><Relationship Id="rId44" Type="http://schemas.openxmlformats.org/officeDocument/2006/relationships/image" Target="../media/image58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Relationship Id="rId14" Type="http://schemas.openxmlformats.org/officeDocument/2006/relationships/image" Target="../media/image450.png"/><Relationship Id="rId22" Type="http://schemas.openxmlformats.org/officeDocument/2006/relationships/image" Target="../media/image64.png"/><Relationship Id="rId30" Type="http://schemas.openxmlformats.org/officeDocument/2006/relationships/image" Target="../media/image72.png"/><Relationship Id="rId35" Type="http://schemas.openxmlformats.org/officeDocument/2006/relationships/image" Target="../media/image77.png"/><Relationship Id="rId43" Type="http://schemas.openxmlformats.org/officeDocument/2006/relationships/image" Target="../media/image57.png"/><Relationship Id="rId8" Type="http://schemas.openxmlformats.org/officeDocument/2006/relationships/image" Target="../media/image220.png"/><Relationship Id="rId3" Type="http://schemas.openxmlformats.org/officeDocument/2006/relationships/image" Target="../media/image170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67.png"/><Relationship Id="rId33" Type="http://schemas.openxmlformats.org/officeDocument/2006/relationships/image" Target="../media/image75.png"/><Relationship Id="rId38" Type="http://schemas.openxmlformats.org/officeDocument/2006/relationships/image" Target="../media/image80.png"/><Relationship Id="rId46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image" Target="../media/image82.png"/><Relationship Id="rId26" Type="http://schemas.openxmlformats.org/officeDocument/2006/relationships/image" Target="../media/image68.png"/><Relationship Id="rId39" Type="http://schemas.openxmlformats.org/officeDocument/2006/relationships/image" Target="../media/image81.png"/><Relationship Id="rId42" Type="http://schemas.openxmlformats.org/officeDocument/2006/relationships/image" Target="../media/image56.png"/><Relationship Id="rId47" Type="http://schemas.openxmlformats.org/officeDocument/2006/relationships/image" Target="../media/image93.png"/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8.png"/><Relationship Id="rId20" Type="http://schemas.openxmlformats.org/officeDocument/2006/relationships/image" Target="../media/image84.png"/><Relationship Id="rId29" Type="http://schemas.openxmlformats.org/officeDocument/2006/relationships/image" Target="../media/image87.png"/><Relationship Id="rId41" Type="http://schemas.openxmlformats.org/officeDocument/2006/relationships/hyperlink" Target="https://colab.research.google.com/drive/12GaqMbKu5vJRQZv3SVA8moCPBYXzvAnI?usp=sha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350.png"/><Relationship Id="rId24" Type="http://schemas.openxmlformats.org/officeDocument/2006/relationships/image" Target="../media/image66.png"/><Relationship Id="rId40" Type="http://schemas.openxmlformats.org/officeDocument/2006/relationships/hyperlink" Target="https://colab.research.google.com/drive/1RFZCFzc8Jflqwgb1zseJd6gvdZcscpvo?usp=sharing" TargetMode="External"/><Relationship Id="rId45" Type="http://schemas.openxmlformats.org/officeDocument/2006/relationships/image" Target="../media/image59.png"/><Relationship Id="rId5" Type="http://schemas.openxmlformats.org/officeDocument/2006/relationships/image" Target="../media/image190.png"/><Relationship Id="rId15" Type="http://schemas.openxmlformats.org/officeDocument/2006/relationships/image" Target="../media/image76.png"/><Relationship Id="rId23" Type="http://schemas.openxmlformats.org/officeDocument/2006/relationships/image" Target="../media/image65.png"/><Relationship Id="rId28" Type="http://schemas.openxmlformats.org/officeDocument/2006/relationships/image" Target="../media/image86.png"/><Relationship Id="rId36" Type="http://schemas.openxmlformats.org/officeDocument/2006/relationships/image" Target="../media/image90.png"/><Relationship Id="rId10" Type="http://schemas.openxmlformats.org/officeDocument/2006/relationships/image" Target="../media/image240.png"/><Relationship Id="rId19" Type="http://schemas.openxmlformats.org/officeDocument/2006/relationships/image" Target="../media/image83.png"/><Relationship Id="rId31" Type="http://schemas.openxmlformats.org/officeDocument/2006/relationships/image" Target="../media/image89.png"/><Relationship Id="rId44" Type="http://schemas.openxmlformats.org/officeDocument/2006/relationships/image" Target="../media/image58.png"/><Relationship Id="rId9" Type="http://schemas.openxmlformats.org/officeDocument/2006/relationships/image" Target="../media/image230.png"/><Relationship Id="rId14" Type="http://schemas.openxmlformats.org/officeDocument/2006/relationships/image" Target="../media/image450.png"/><Relationship Id="rId22" Type="http://schemas.openxmlformats.org/officeDocument/2006/relationships/image" Target="../media/image64.png"/><Relationship Id="rId27" Type="http://schemas.openxmlformats.org/officeDocument/2006/relationships/image" Target="../media/image85.png"/><Relationship Id="rId30" Type="http://schemas.openxmlformats.org/officeDocument/2006/relationships/image" Target="../media/image88.png"/><Relationship Id="rId35" Type="http://schemas.openxmlformats.org/officeDocument/2006/relationships/image" Target="../media/image77.png"/><Relationship Id="rId43" Type="http://schemas.openxmlformats.org/officeDocument/2006/relationships/image" Target="../media/image91.png"/><Relationship Id="rId8" Type="http://schemas.openxmlformats.org/officeDocument/2006/relationships/image" Target="../media/image220.png"/><Relationship Id="rId3" Type="http://schemas.openxmlformats.org/officeDocument/2006/relationships/image" Target="../media/image62.png"/><Relationship Id="rId12" Type="http://schemas.openxmlformats.org/officeDocument/2006/relationships/image" Target="../media/image63.png"/><Relationship Id="rId17" Type="http://schemas.openxmlformats.org/officeDocument/2006/relationships/image" Target="../media/image79.png"/><Relationship Id="rId25" Type="http://schemas.openxmlformats.org/officeDocument/2006/relationships/image" Target="../media/image67.png"/><Relationship Id="rId33" Type="http://schemas.openxmlformats.org/officeDocument/2006/relationships/image" Target="../media/image75.png"/><Relationship Id="rId38" Type="http://schemas.openxmlformats.org/officeDocument/2006/relationships/image" Target="../media/image80.png"/><Relationship Id="rId46" Type="http://schemas.openxmlformats.org/officeDocument/2006/relationships/image" Target="../media/image9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למידה עמוקה</a:t>
            </a:r>
            <a:endParaRPr dirty="0"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/>
              <a:t>גרף חישוב </a:t>
            </a:r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/>
              <a:t>מאת: אריאל בר-יצחק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0ab643f04_0_3"/>
          <p:cNvSpPr txBox="1">
            <a:spLocks noGrp="1"/>
          </p:cNvSpPr>
          <p:nvPr>
            <p:ph type="title"/>
          </p:nvPr>
        </p:nvSpPr>
        <p:spPr>
          <a:xfrm>
            <a:off x="158400" y="1"/>
            <a:ext cx="12033600" cy="77921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e-IL" dirty="0">
                <a:latin typeface="+mj-lt"/>
              </a:rPr>
              <a:t>גרף חישוב – הדגמה1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38D7AE-9734-4C40-9288-11FBA63CC328}"/>
                  </a:ext>
                </a:extLst>
              </p:cNvPr>
              <p:cNvSpPr txBox="1"/>
              <p:nvPr/>
            </p:nvSpPr>
            <p:spPr>
              <a:xfrm>
                <a:off x="2039600" y="429950"/>
                <a:ext cx="3030060" cy="574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733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733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38D7AE-9734-4C40-9288-11FBA63C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600" y="429950"/>
                <a:ext cx="3030060" cy="5744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BCCC9B-45E0-44BA-847C-E82430FEE776}"/>
              </a:ext>
            </a:extLst>
          </p:cNvPr>
          <p:cNvSpPr/>
          <p:nvPr/>
        </p:nvSpPr>
        <p:spPr>
          <a:xfrm>
            <a:off x="3462619" y="2792163"/>
            <a:ext cx="3151211" cy="224005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F2BC21-F924-4026-A9CE-B40B75F860E8}"/>
                  </a:ext>
                </a:extLst>
              </p:cNvPr>
              <p:cNvSpPr txBox="1"/>
              <p:nvPr/>
            </p:nvSpPr>
            <p:spPr>
              <a:xfrm>
                <a:off x="4123062" y="2941679"/>
                <a:ext cx="1727716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F2BC21-F924-4026-A9CE-B40B75F86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062" y="2941679"/>
                <a:ext cx="1727716" cy="4104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30ABE9-AC8E-43BC-8F1A-D2F43E8CA516}"/>
              </a:ext>
            </a:extLst>
          </p:cNvPr>
          <p:cNvSpPr/>
          <p:nvPr/>
        </p:nvSpPr>
        <p:spPr>
          <a:xfrm>
            <a:off x="8688751" y="2921614"/>
            <a:ext cx="2652531" cy="218060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EBE4CA-5BA4-4639-9473-704F263E923A}"/>
                  </a:ext>
                </a:extLst>
              </p:cNvPr>
              <p:cNvSpPr txBox="1"/>
              <p:nvPr/>
            </p:nvSpPr>
            <p:spPr>
              <a:xfrm>
                <a:off x="9217754" y="2890933"/>
                <a:ext cx="1099596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667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EBE4CA-5BA4-4639-9473-704F263E9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54" y="2890933"/>
                <a:ext cx="1099596" cy="410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BF42D2C-44E7-4F9C-BD4C-1B292BE3C150}"/>
                  </a:ext>
                </a:extLst>
              </p:cNvPr>
              <p:cNvSpPr/>
              <p:nvPr/>
            </p:nvSpPr>
            <p:spPr>
              <a:xfrm>
                <a:off x="383864" y="3672296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BF42D2C-44E7-4F9C-BD4C-1B292BE3C1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4" y="3672296"/>
                <a:ext cx="487675" cy="4808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CB93DB9-494B-4C2A-94FB-F254C61987AC}"/>
              </a:ext>
            </a:extLst>
          </p:cNvPr>
          <p:cNvCxnSpPr>
            <a:cxnSpLocks/>
            <a:stCxn id="25" idx="6"/>
          </p:cNvCxnSpPr>
          <p:nvPr/>
        </p:nvCxnSpPr>
        <p:spPr>
          <a:xfrm flipV="1">
            <a:off x="871539" y="3897481"/>
            <a:ext cx="2638083" cy="15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2ED51A7-6CFD-4829-8A10-4D5B9338022B}"/>
              </a:ext>
            </a:extLst>
          </p:cNvPr>
          <p:cNvCxnSpPr>
            <a:cxnSpLocks/>
          </p:cNvCxnSpPr>
          <p:nvPr/>
        </p:nvCxnSpPr>
        <p:spPr>
          <a:xfrm flipV="1">
            <a:off x="6753068" y="3706479"/>
            <a:ext cx="1921027" cy="3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2656D8E-B2EC-48E5-AD7A-1F6D2A83BEBC}"/>
              </a:ext>
            </a:extLst>
          </p:cNvPr>
          <p:cNvCxnSpPr>
            <a:cxnSpLocks/>
          </p:cNvCxnSpPr>
          <p:nvPr/>
        </p:nvCxnSpPr>
        <p:spPr>
          <a:xfrm>
            <a:off x="11355938" y="3985555"/>
            <a:ext cx="3965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DAD7079-00F7-4FD1-AE1F-BC83F58B2D5B}"/>
                  </a:ext>
                </a:extLst>
              </p:cNvPr>
              <p:cNvSpPr txBox="1"/>
              <p:nvPr/>
            </p:nvSpPr>
            <p:spPr>
              <a:xfrm>
                <a:off x="11456810" y="3443739"/>
                <a:ext cx="29213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DAD7079-00F7-4FD1-AE1F-BC83F58B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6810" y="3443739"/>
                <a:ext cx="292131" cy="410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FED76F5-79CB-49A2-867C-5A5F7BBB5062}"/>
                  </a:ext>
                </a:extLst>
              </p:cNvPr>
              <p:cNvSpPr txBox="1"/>
              <p:nvPr/>
            </p:nvSpPr>
            <p:spPr>
              <a:xfrm>
                <a:off x="9154731" y="3448799"/>
                <a:ext cx="889090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FED76F5-79CB-49A2-867C-5A5F7BBB5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731" y="3448799"/>
                <a:ext cx="889090" cy="526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DBE4AD8-8EE7-4B90-9683-41C929F79193}"/>
              </a:ext>
            </a:extLst>
          </p:cNvPr>
          <p:cNvCxnSpPr>
            <a:cxnSpLocks/>
          </p:cNvCxnSpPr>
          <p:nvPr/>
        </p:nvCxnSpPr>
        <p:spPr>
          <a:xfrm flipH="1">
            <a:off x="6738412" y="3877764"/>
            <a:ext cx="193568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E20F3EA-A171-44D2-84CF-630699560797}"/>
                  </a:ext>
                </a:extLst>
              </p:cNvPr>
              <p:cNvSpPr txBox="1"/>
              <p:nvPr/>
            </p:nvSpPr>
            <p:spPr>
              <a:xfrm>
                <a:off x="3644582" y="3633494"/>
                <a:ext cx="854041" cy="526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𝑑𝑎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E20F3EA-A171-44D2-84CF-630699560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582" y="3633494"/>
                <a:ext cx="854041" cy="526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80">
            <a:extLst>
              <a:ext uri="{FF2B5EF4-FFF2-40B4-BE49-F238E27FC236}">
                <a16:creationId xmlns:a16="http://schemas.microsoft.com/office/drawing/2014/main" id="{508662DE-E364-17BA-92A3-47F70419E9FE}"/>
              </a:ext>
            </a:extLst>
          </p:cNvPr>
          <p:cNvCxnSpPr>
            <a:cxnSpLocks/>
          </p:cNvCxnSpPr>
          <p:nvPr/>
        </p:nvCxnSpPr>
        <p:spPr>
          <a:xfrm flipH="1">
            <a:off x="842425" y="3994256"/>
            <a:ext cx="266719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8851C039-CC58-9E9D-F942-019812D6F45A}"/>
                  </a:ext>
                </a:extLst>
              </p:cNvPr>
              <p:cNvSpPr txBox="1"/>
              <p:nvPr/>
            </p:nvSpPr>
            <p:spPr>
              <a:xfrm>
                <a:off x="4757284" y="3672296"/>
                <a:ext cx="1242583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𝑑𝑎</m:t>
                          </m:r>
                        </m:den>
                      </m:f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he-IL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8851C039-CC58-9E9D-F942-019812D6F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84" y="3672296"/>
                <a:ext cx="1242583" cy="526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52">
            <a:extLst>
              <a:ext uri="{FF2B5EF4-FFF2-40B4-BE49-F238E27FC236}">
                <a16:creationId xmlns:a16="http://schemas.microsoft.com/office/drawing/2014/main" id="{BE2B71D8-45A1-C44C-3386-D0644818F6A1}"/>
              </a:ext>
            </a:extLst>
          </p:cNvPr>
          <p:cNvSpPr txBox="1"/>
          <p:nvPr/>
        </p:nvSpPr>
        <p:spPr>
          <a:xfrm>
            <a:off x="8154140" y="3296046"/>
            <a:ext cx="190758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667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53">
                <a:extLst>
                  <a:ext uri="{FF2B5EF4-FFF2-40B4-BE49-F238E27FC236}">
                    <a16:creationId xmlns:a16="http://schemas.microsoft.com/office/drawing/2014/main" id="{AACBCE1F-074D-F11C-51A1-60513CFD2811}"/>
                  </a:ext>
                </a:extLst>
              </p:cNvPr>
              <p:cNvSpPr txBox="1"/>
              <p:nvPr/>
            </p:nvSpPr>
            <p:spPr>
              <a:xfrm>
                <a:off x="9154731" y="4198850"/>
                <a:ext cx="8938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53">
                <a:extLst>
                  <a:ext uri="{FF2B5EF4-FFF2-40B4-BE49-F238E27FC236}">
                    <a16:creationId xmlns:a16="http://schemas.microsoft.com/office/drawing/2014/main" id="{AACBCE1F-074D-F11C-51A1-60513CFD2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731" y="4198850"/>
                <a:ext cx="893899" cy="276999"/>
              </a:xfrm>
              <a:prstGeom prst="rect">
                <a:avLst/>
              </a:prstGeom>
              <a:blipFill>
                <a:blip r:embed="rId12"/>
                <a:stretch>
                  <a:fillRect l="-5479" r="-3425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38A74553-CB07-D7E3-3D38-20C0A96B60D9}"/>
                  </a:ext>
                </a:extLst>
              </p:cNvPr>
              <p:cNvSpPr txBox="1"/>
              <p:nvPr/>
            </p:nvSpPr>
            <p:spPr>
              <a:xfrm>
                <a:off x="4757283" y="4352259"/>
                <a:ext cx="12473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</m:t>
                      </m:r>
                    </m:oMath>
                  </m:oMathPara>
                </a14:m>
                <a:endParaRPr lang="he-IL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38A74553-CB07-D7E3-3D38-20C0A96B6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283" y="4352259"/>
                <a:ext cx="1247393" cy="276999"/>
              </a:xfrm>
              <a:prstGeom prst="rect">
                <a:avLst/>
              </a:prstGeom>
              <a:blipFill>
                <a:blip r:embed="rId13"/>
                <a:stretch>
                  <a:fillRect l="-3902" r="-3415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60">
                <a:extLst>
                  <a:ext uri="{FF2B5EF4-FFF2-40B4-BE49-F238E27FC236}">
                    <a16:creationId xmlns:a16="http://schemas.microsoft.com/office/drawing/2014/main" id="{A0979656-0B4C-13DE-9CBE-25DE74EA1336}"/>
                  </a:ext>
                </a:extLst>
              </p:cNvPr>
              <p:cNvSpPr txBox="1"/>
              <p:nvPr/>
            </p:nvSpPr>
            <p:spPr>
              <a:xfrm>
                <a:off x="316269" y="4253176"/>
                <a:ext cx="16060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du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60">
                <a:extLst>
                  <a:ext uri="{FF2B5EF4-FFF2-40B4-BE49-F238E27FC236}">
                    <a16:creationId xmlns:a16="http://schemas.microsoft.com/office/drawing/2014/main" id="{A0979656-0B4C-13DE-9CBE-25DE74EA1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69" y="4253176"/>
                <a:ext cx="1606039" cy="276999"/>
              </a:xfrm>
              <a:prstGeom prst="rect">
                <a:avLst/>
              </a:prstGeom>
              <a:blipFill>
                <a:blip r:embed="rId1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50">
            <a:extLst>
              <a:ext uri="{FF2B5EF4-FFF2-40B4-BE49-F238E27FC236}">
                <a16:creationId xmlns:a16="http://schemas.microsoft.com/office/drawing/2014/main" id="{A5F4D483-1DD0-FD3F-DAE0-0347BFCE12DF}"/>
              </a:ext>
            </a:extLst>
          </p:cNvPr>
          <p:cNvSpPr txBox="1"/>
          <p:nvPr/>
        </p:nvSpPr>
        <p:spPr>
          <a:xfrm>
            <a:off x="2394176" y="3525140"/>
            <a:ext cx="166712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667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53">
                <a:extLst>
                  <a:ext uri="{FF2B5EF4-FFF2-40B4-BE49-F238E27FC236}">
                    <a16:creationId xmlns:a16="http://schemas.microsoft.com/office/drawing/2014/main" id="{D98086BA-57E0-65D1-0826-85001A23AABA}"/>
                  </a:ext>
                </a:extLst>
              </p:cNvPr>
              <p:cNvSpPr txBox="1"/>
              <p:nvPr/>
            </p:nvSpPr>
            <p:spPr>
              <a:xfrm>
                <a:off x="8081492" y="3912192"/>
                <a:ext cx="3360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𝑑𝑢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53">
                <a:extLst>
                  <a:ext uri="{FF2B5EF4-FFF2-40B4-BE49-F238E27FC236}">
                    <a16:creationId xmlns:a16="http://schemas.microsoft.com/office/drawing/2014/main" id="{D98086BA-57E0-65D1-0826-85001A23A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492" y="3912192"/>
                <a:ext cx="336053" cy="276999"/>
              </a:xfrm>
              <a:prstGeom prst="rect">
                <a:avLst/>
              </a:prstGeom>
              <a:blipFill>
                <a:blip r:embed="rId15"/>
                <a:stretch>
                  <a:fillRect l="-16364" r="-14545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53">
                <a:extLst>
                  <a:ext uri="{FF2B5EF4-FFF2-40B4-BE49-F238E27FC236}">
                    <a16:creationId xmlns:a16="http://schemas.microsoft.com/office/drawing/2014/main" id="{66990D91-4E0B-2FB0-B7E7-431B2BD254ED}"/>
                  </a:ext>
                </a:extLst>
              </p:cNvPr>
              <p:cNvSpPr txBox="1"/>
              <p:nvPr/>
            </p:nvSpPr>
            <p:spPr>
              <a:xfrm>
                <a:off x="2379764" y="4034940"/>
                <a:ext cx="3093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53">
                <a:extLst>
                  <a:ext uri="{FF2B5EF4-FFF2-40B4-BE49-F238E27FC236}">
                    <a16:creationId xmlns:a16="http://schemas.microsoft.com/office/drawing/2014/main" id="{66990D91-4E0B-2FB0-B7E7-431B2BD25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764" y="4034940"/>
                <a:ext cx="309380" cy="276999"/>
              </a:xfrm>
              <a:prstGeom prst="rect">
                <a:avLst/>
              </a:prstGeom>
              <a:blipFill>
                <a:blip r:embed="rId16"/>
                <a:stretch>
                  <a:fillRect l="-17647" r="-9804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72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A02F6E9D-496D-6F34-FED1-15D4DE38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0ab643f04_0_3">
            <a:extLst>
              <a:ext uri="{FF2B5EF4-FFF2-40B4-BE49-F238E27FC236}">
                <a16:creationId xmlns:a16="http://schemas.microsoft.com/office/drawing/2014/main" id="{34FA26B6-DCA5-1E1B-B07D-9FB6BF0CC7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400" y="1"/>
            <a:ext cx="12033600" cy="77921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e-IL" dirty="0">
                <a:latin typeface="+mj-lt"/>
              </a:rPr>
              <a:t>גרף חישוב - </a:t>
            </a:r>
            <a:r>
              <a:rPr lang="he-IL" dirty="0"/>
              <a:t>הדגמה2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0F235A-43B4-04E1-3162-B26D0E446F02}"/>
                  </a:ext>
                </a:extLst>
              </p:cNvPr>
              <p:cNvSpPr txBox="1"/>
              <p:nvPr/>
            </p:nvSpPr>
            <p:spPr>
              <a:xfrm>
                <a:off x="2582557" y="743673"/>
                <a:ext cx="6610656" cy="574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733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3733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sz="37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sz="3733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38D7AE-9734-4C40-9288-11FBA63CC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557" y="743673"/>
                <a:ext cx="6610656" cy="5744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1D57E9-B3D7-92CF-4E94-000794F95E5F}"/>
              </a:ext>
            </a:extLst>
          </p:cNvPr>
          <p:cNvSpPr/>
          <p:nvPr/>
        </p:nvSpPr>
        <p:spPr>
          <a:xfrm>
            <a:off x="4431064" y="1516287"/>
            <a:ext cx="3151211" cy="206696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3BA1BF-54EB-007E-AA92-56A5F84A1C07}"/>
                  </a:ext>
                </a:extLst>
              </p:cNvPr>
              <p:cNvSpPr txBox="1"/>
              <p:nvPr/>
            </p:nvSpPr>
            <p:spPr>
              <a:xfrm>
                <a:off x="5044504" y="1676077"/>
                <a:ext cx="1924950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F2BC21-F924-4026-A9CE-B40B75F86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504" y="1676077"/>
                <a:ext cx="1924950" cy="4104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FD9B05-B948-21F3-909C-F6D27C4EB099}"/>
              </a:ext>
            </a:extLst>
          </p:cNvPr>
          <p:cNvSpPr/>
          <p:nvPr/>
        </p:nvSpPr>
        <p:spPr>
          <a:xfrm>
            <a:off x="4434720" y="3985555"/>
            <a:ext cx="3151212" cy="21881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1EBBA4C-B438-3B69-087F-037E2C79AB08}"/>
                  </a:ext>
                </a:extLst>
              </p:cNvPr>
              <p:cNvSpPr txBox="1"/>
              <p:nvPr/>
            </p:nvSpPr>
            <p:spPr>
              <a:xfrm>
                <a:off x="4974549" y="4203670"/>
                <a:ext cx="1861600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AD3554-E991-44D6-9158-590D1CE9C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549" y="4203670"/>
                <a:ext cx="1861600" cy="4104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2BF523-4373-1620-A0A7-6D0FA08D22AB}"/>
              </a:ext>
            </a:extLst>
          </p:cNvPr>
          <p:cNvSpPr/>
          <p:nvPr/>
        </p:nvSpPr>
        <p:spPr>
          <a:xfrm>
            <a:off x="8688751" y="2921614"/>
            <a:ext cx="2652531" cy="218060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7E08C5-A220-2DB2-06B0-3A185C001AC0}"/>
                  </a:ext>
                </a:extLst>
              </p:cNvPr>
              <p:cNvSpPr txBox="1"/>
              <p:nvPr/>
            </p:nvSpPr>
            <p:spPr>
              <a:xfrm>
                <a:off x="9217754" y="2890933"/>
                <a:ext cx="1440907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EBE4CA-5BA4-4639-9473-704F263E9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54" y="2890933"/>
                <a:ext cx="1440907" cy="4104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552472C-B5DB-3E7B-D6BF-7E3421A45073}"/>
                  </a:ext>
                </a:extLst>
              </p:cNvPr>
              <p:cNvSpPr/>
              <p:nvPr/>
            </p:nvSpPr>
            <p:spPr>
              <a:xfrm>
                <a:off x="386321" y="1680326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BF42D2C-44E7-4F9C-BD4C-1B292BE3C1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21" y="1680326"/>
                <a:ext cx="487675" cy="4808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F7D5F2E-5717-F3AA-3EB2-5A5213674429}"/>
                  </a:ext>
                </a:extLst>
              </p:cNvPr>
              <p:cNvSpPr/>
              <p:nvPr/>
            </p:nvSpPr>
            <p:spPr>
              <a:xfrm>
                <a:off x="386320" y="3675388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D844C3B-F5D6-4C69-A720-D177B3E648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20" y="3675388"/>
                <a:ext cx="487675" cy="480889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2C24159-41BF-56C6-CD94-78D454992A9E}"/>
                  </a:ext>
                </a:extLst>
              </p:cNvPr>
              <p:cNvSpPr/>
              <p:nvPr/>
            </p:nvSpPr>
            <p:spPr>
              <a:xfrm>
                <a:off x="402907" y="5161277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9224919-BD03-4083-AF08-B5A51062F0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07" y="5161277"/>
                <a:ext cx="487675" cy="480889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E74FF4-F1D0-F520-587A-F1C3A0672150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873996" y="1920771"/>
            <a:ext cx="3559525" cy="77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FC3D7F-89FF-2970-662D-C43640218BAE}"/>
              </a:ext>
            </a:extLst>
          </p:cNvPr>
          <p:cNvCxnSpPr>
            <a:cxnSpLocks/>
          </p:cNvCxnSpPr>
          <p:nvPr/>
        </p:nvCxnSpPr>
        <p:spPr>
          <a:xfrm flipV="1">
            <a:off x="854823" y="2260852"/>
            <a:ext cx="3541059" cy="1475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6932E61-E8FA-BE8B-89CF-6D871B974D8F}"/>
              </a:ext>
            </a:extLst>
          </p:cNvPr>
          <p:cNvCxnSpPr>
            <a:cxnSpLocks/>
          </p:cNvCxnSpPr>
          <p:nvPr/>
        </p:nvCxnSpPr>
        <p:spPr>
          <a:xfrm>
            <a:off x="850210" y="4093963"/>
            <a:ext cx="3533217" cy="766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17621A0-F643-11A1-46FF-79B571FB3A0E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890582" y="5144155"/>
            <a:ext cx="3454916" cy="257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464D5F-3184-5606-159E-5F7E132FEEAF}"/>
              </a:ext>
            </a:extLst>
          </p:cNvPr>
          <p:cNvCxnSpPr>
            <a:cxnSpLocks/>
          </p:cNvCxnSpPr>
          <p:nvPr/>
        </p:nvCxnSpPr>
        <p:spPr>
          <a:xfrm>
            <a:off x="7622390" y="2121888"/>
            <a:ext cx="1116797" cy="1501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919819-9296-6556-90B0-DD0B655B5BC6}"/>
              </a:ext>
            </a:extLst>
          </p:cNvPr>
          <p:cNvCxnSpPr>
            <a:cxnSpLocks/>
          </p:cNvCxnSpPr>
          <p:nvPr/>
        </p:nvCxnSpPr>
        <p:spPr>
          <a:xfrm flipV="1">
            <a:off x="7568185" y="4648475"/>
            <a:ext cx="1138312" cy="78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E3A83B1-2573-0324-42A4-0EF011773209}"/>
              </a:ext>
            </a:extLst>
          </p:cNvPr>
          <p:cNvCxnSpPr>
            <a:cxnSpLocks/>
          </p:cNvCxnSpPr>
          <p:nvPr/>
        </p:nvCxnSpPr>
        <p:spPr>
          <a:xfrm>
            <a:off x="11355938" y="3985555"/>
            <a:ext cx="3965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F87A8CB-9EDE-0D7D-9B28-82B056876B54}"/>
                  </a:ext>
                </a:extLst>
              </p:cNvPr>
              <p:cNvSpPr txBox="1"/>
              <p:nvPr/>
            </p:nvSpPr>
            <p:spPr>
              <a:xfrm>
                <a:off x="8045585" y="2270655"/>
                <a:ext cx="304186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D982D88-6FCE-4452-9F21-2F1A9A844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585" y="2270655"/>
                <a:ext cx="304186" cy="4104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3A05940-71E9-7A85-3FCF-66F33270D97A}"/>
                  </a:ext>
                </a:extLst>
              </p:cNvPr>
              <p:cNvSpPr txBox="1"/>
              <p:nvPr/>
            </p:nvSpPr>
            <p:spPr>
              <a:xfrm>
                <a:off x="8077773" y="5022367"/>
                <a:ext cx="27199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519804D-9F1C-4253-AEF0-CF5DC0A4B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773" y="5022367"/>
                <a:ext cx="271998" cy="4104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CFE92A7-D124-A065-61E7-8894EBC3EE95}"/>
                  </a:ext>
                </a:extLst>
              </p:cNvPr>
              <p:cNvSpPr txBox="1"/>
              <p:nvPr/>
            </p:nvSpPr>
            <p:spPr>
              <a:xfrm>
                <a:off x="11456810" y="3443739"/>
                <a:ext cx="29213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DAD7079-00F7-4FD1-AE1F-BC83F58B2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6810" y="3443739"/>
                <a:ext cx="292131" cy="4104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27FEC3-F8D9-1385-C0BD-6A7268975F84}"/>
                  </a:ext>
                </a:extLst>
              </p:cNvPr>
              <p:cNvSpPr txBox="1"/>
              <p:nvPr/>
            </p:nvSpPr>
            <p:spPr>
              <a:xfrm>
                <a:off x="9154731" y="3448799"/>
                <a:ext cx="757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𝑑𝑑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27FEC3-F8D9-1385-C0BD-6A7268975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731" y="3448799"/>
                <a:ext cx="757772" cy="276999"/>
              </a:xfrm>
              <a:prstGeom prst="rect">
                <a:avLst/>
              </a:prstGeom>
              <a:blipFill>
                <a:blip r:embed="rId13"/>
                <a:stretch>
                  <a:fillRect l="-6452" r="-3226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4868F46-3C7B-974E-6EA1-F4BBC37551B0}"/>
                  </a:ext>
                </a:extLst>
              </p:cNvPr>
              <p:cNvSpPr txBox="1"/>
              <p:nvPr/>
            </p:nvSpPr>
            <p:spPr>
              <a:xfrm>
                <a:off x="9121329" y="4184629"/>
                <a:ext cx="757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4868F46-3C7B-974E-6EA1-F4BBC3755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329" y="4184629"/>
                <a:ext cx="757772" cy="276999"/>
              </a:xfrm>
              <a:prstGeom prst="rect">
                <a:avLst/>
              </a:prstGeom>
              <a:blipFill>
                <a:blip r:embed="rId14"/>
                <a:stretch>
                  <a:fillRect l="-6400" r="-5600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0BD22B-5BAC-DC5D-ADF9-26292EE8A8CA}"/>
              </a:ext>
            </a:extLst>
          </p:cNvPr>
          <p:cNvCxnSpPr>
            <a:cxnSpLocks/>
          </p:cNvCxnSpPr>
          <p:nvPr/>
        </p:nvCxnSpPr>
        <p:spPr>
          <a:xfrm flipH="1">
            <a:off x="7593260" y="4489734"/>
            <a:ext cx="1088163" cy="757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F2FBED-05B2-9F93-1875-842C03F7708D}"/>
              </a:ext>
            </a:extLst>
          </p:cNvPr>
          <p:cNvCxnSpPr>
            <a:cxnSpLocks/>
          </p:cNvCxnSpPr>
          <p:nvPr/>
        </p:nvCxnSpPr>
        <p:spPr>
          <a:xfrm flipH="1" flipV="1">
            <a:off x="7571377" y="2263255"/>
            <a:ext cx="1110046" cy="1452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3BB34C4-6898-EEBE-5947-66899BF5D350}"/>
                  </a:ext>
                </a:extLst>
              </p:cNvPr>
              <p:cNvSpPr txBox="1"/>
              <p:nvPr/>
            </p:nvSpPr>
            <p:spPr>
              <a:xfrm>
                <a:off x="4628546" y="5512219"/>
                <a:ext cx="913968" cy="526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143CDE5-9A36-4AB1-A526-3F3E85A2C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546" y="5512219"/>
                <a:ext cx="913968" cy="52674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DE698A7-092D-95E0-1A7D-3CC850CBA55C}"/>
                  </a:ext>
                </a:extLst>
              </p:cNvPr>
              <p:cNvSpPr txBox="1"/>
              <p:nvPr/>
            </p:nvSpPr>
            <p:spPr>
              <a:xfrm>
                <a:off x="4617484" y="2140834"/>
                <a:ext cx="854041" cy="5266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E20F3EA-A171-44D2-84CF-630699560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484" y="2140834"/>
                <a:ext cx="854041" cy="52668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CEF677C-810E-3E66-22FD-FE79522EC25F}"/>
              </a:ext>
            </a:extLst>
          </p:cNvPr>
          <p:cNvCxnSpPr>
            <a:cxnSpLocks/>
          </p:cNvCxnSpPr>
          <p:nvPr/>
        </p:nvCxnSpPr>
        <p:spPr>
          <a:xfrm flipH="1">
            <a:off x="890349" y="5260544"/>
            <a:ext cx="3347173" cy="2471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8501B97-3775-A32D-F8D6-9547747D847E}"/>
              </a:ext>
            </a:extLst>
          </p:cNvPr>
          <p:cNvCxnSpPr>
            <a:cxnSpLocks/>
          </p:cNvCxnSpPr>
          <p:nvPr/>
        </p:nvCxnSpPr>
        <p:spPr>
          <a:xfrm flipH="1" flipV="1">
            <a:off x="879660" y="3995166"/>
            <a:ext cx="3474319" cy="7575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622B646-7E70-7A9B-30FC-93D878BED6EC}"/>
              </a:ext>
            </a:extLst>
          </p:cNvPr>
          <p:cNvCxnSpPr>
            <a:cxnSpLocks/>
          </p:cNvCxnSpPr>
          <p:nvPr/>
        </p:nvCxnSpPr>
        <p:spPr>
          <a:xfrm flipH="1">
            <a:off x="931759" y="2366059"/>
            <a:ext cx="3448869" cy="1416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6E8B896-868F-8B6F-0386-23510CB6207E}"/>
                  </a:ext>
                </a:extLst>
              </p:cNvPr>
              <p:cNvSpPr txBox="1"/>
              <p:nvPr/>
            </p:nvSpPr>
            <p:spPr>
              <a:xfrm>
                <a:off x="4634429" y="4742287"/>
                <a:ext cx="752065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A5E8010-B385-4934-B34E-EBA1ECE26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429" y="4742287"/>
                <a:ext cx="752065" cy="52668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68">
                <a:extLst>
                  <a:ext uri="{FF2B5EF4-FFF2-40B4-BE49-F238E27FC236}">
                    <a16:creationId xmlns:a16="http://schemas.microsoft.com/office/drawing/2014/main" id="{C4A270E4-5C2F-AAAE-DE38-EF595212F955}"/>
                  </a:ext>
                </a:extLst>
              </p:cNvPr>
              <p:cNvSpPr txBox="1"/>
              <p:nvPr/>
            </p:nvSpPr>
            <p:spPr>
              <a:xfrm>
                <a:off x="4621573" y="2911712"/>
                <a:ext cx="820169" cy="5266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68">
                <a:extLst>
                  <a:ext uri="{FF2B5EF4-FFF2-40B4-BE49-F238E27FC236}">
                    <a16:creationId xmlns:a16="http://schemas.microsoft.com/office/drawing/2014/main" id="{18908E7A-8610-68DB-8A4B-2D6E3123A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573" y="2911712"/>
                <a:ext cx="820169" cy="52668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80">
            <a:extLst>
              <a:ext uri="{FF2B5EF4-FFF2-40B4-BE49-F238E27FC236}">
                <a16:creationId xmlns:a16="http://schemas.microsoft.com/office/drawing/2014/main" id="{638A5295-FA2D-E0C5-D45F-600804284CA8}"/>
              </a:ext>
            </a:extLst>
          </p:cNvPr>
          <p:cNvCxnSpPr>
            <a:cxnSpLocks/>
            <a:endCxn id="25" idx="5"/>
          </p:cNvCxnSpPr>
          <p:nvPr/>
        </p:nvCxnSpPr>
        <p:spPr>
          <a:xfrm flipH="1" flipV="1">
            <a:off x="802578" y="2090790"/>
            <a:ext cx="3613406" cy="340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79">
                <a:extLst>
                  <a:ext uri="{FF2B5EF4-FFF2-40B4-BE49-F238E27FC236}">
                    <a16:creationId xmlns:a16="http://schemas.microsoft.com/office/drawing/2014/main" id="{AAAFD7A6-61C5-9591-F06D-2F82C0A270EC}"/>
                  </a:ext>
                </a:extLst>
              </p:cNvPr>
              <p:cNvSpPr txBox="1"/>
              <p:nvPr/>
            </p:nvSpPr>
            <p:spPr>
              <a:xfrm>
                <a:off x="264310" y="2245481"/>
                <a:ext cx="1248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𝑑𝑑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79">
                <a:extLst>
                  <a:ext uri="{FF2B5EF4-FFF2-40B4-BE49-F238E27FC236}">
                    <a16:creationId xmlns:a16="http://schemas.microsoft.com/office/drawing/2014/main" id="{AAAFD7A6-61C5-9591-F06D-2F82C0A27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0" y="2245481"/>
                <a:ext cx="1248867" cy="276999"/>
              </a:xfrm>
              <a:prstGeom prst="rect">
                <a:avLst/>
              </a:prstGeom>
              <a:blipFill>
                <a:blip r:embed="rId20"/>
                <a:stretch>
                  <a:fillRect l="-3902" r="-341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תיבת טקסט 6">
            <a:hlinkClick r:id="rId21"/>
            <a:extLst>
              <a:ext uri="{FF2B5EF4-FFF2-40B4-BE49-F238E27FC236}">
                <a16:creationId xmlns:a16="http://schemas.microsoft.com/office/drawing/2014/main" id="{510C53E4-C87C-BF34-EF32-B405257BF1FD}"/>
              </a:ext>
            </a:extLst>
          </p:cNvPr>
          <p:cNvSpPr txBox="1"/>
          <p:nvPr/>
        </p:nvSpPr>
        <p:spPr>
          <a:xfrm>
            <a:off x="10551737" y="6507703"/>
            <a:ext cx="1670343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22"/>
              </a:rPr>
              <a:t>מחברת הדגמה כאן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79">
                <a:extLst>
                  <a:ext uri="{FF2B5EF4-FFF2-40B4-BE49-F238E27FC236}">
                    <a16:creationId xmlns:a16="http://schemas.microsoft.com/office/drawing/2014/main" id="{64DDBF6C-B4E6-2EA6-1047-33E3619F85C7}"/>
                  </a:ext>
                </a:extLst>
              </p:cNvPr>
              <p:cNvSpPr txBox="1"/>
              <p:nvPr/>
            </p:nvSpPr>
            <p:spPr>
              <a:xfrm>
                <a:off x="145967" y="5846477"/>
                <a:ext cx="131322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𝑑𝑐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79">
                <a:extLst>
                  <a:ext uri="{FF2B5EF4-FFF2-40B4-BE49-F238E27FC236}">
                    <a16:creationId xmlns:a16="http://schemas.microsoft.com/office/drawing/2014/main" id="{64DDBF6C-B4E6-2EA6-1047-33E3619F8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67" y="5846477"/>
                <a:ext cx="1313222" cy="276999"/>
              </a:xfrm>
              <a:prstGeom prst="rect">
                <a:avLst/>
              </a:prstGeom>
              <a:blipFill>
                <a:blip r:embed="rId23"/>
                <a:stretch>
                  <a:fillRect l="-6047" r="-6512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D413F756-FB91-7044-3130-D14F2BDDFF62}"/>
                  </a:ext>
                </a:extLst>
              </p:cNvPr>
              <p:cNvSpPr txBox="1"/>
              <p:nvPr/>
            </p:nvSpPr>
            <p:spPr>
              <a:xfrm>
                <a:off x="5706356" y="2272768"/>
                <a:ext cx="11975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𝑑𝑎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𝑑𝑑</m:t>
                    </m:r>
                  </m:oMath>
                </a14:m>
                <a:endParaRPr lang="he-IL" sz="1800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D413F756-FB91-7044-3130-D14F2BDDF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356" y="2272768"/>
                <a:ext cx="1197572" cy="276999"/>
              </a:xfrm>
              <a:prstGeom prst="rect">
                <a:avLst/>
              </a:prstGeom>
              <a:blipFill>
                <a:blip r:embed="rId24"/>
                <a:stretch>
                  <a:fillRect l="-7107" r="-5584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47F41B19-FFED-59F1-FD8E-C69C6E43500C}"/>
                  </a:ext>
                </a:extLst>
              </p:cNvPr>
              <p:cNvSpPr txBox="1"/>
              <p:nvPr/>
            </p:nvSpPr>
            <p:spPr>
              <a:xfrm>
                <a:off x="5663698" y="3040355"/>
                <a:ext cx="1444434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𝑑𝑏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𝑑𝑑</m:t>
                    </m:r>
                  </m:oMath>
                </a14:m>
                <a:endParaRPr lang="he-IL" sz="1800" dirty="0"/>
              </a:p>
            </p:txBody>
          </p:sp>
        </mc:Choice>
        <mc:Fallback xmlns="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47F41B19-FFED-59F1-FD8E-C69C6E435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698" y="3040355"/>
                <a:ext cx="1444434" cy="288477"/>
              </a:xfrm>
              <a:prstGeom prst="rect">
                <a:avLst/>
              </a:prstGeom>
              <a:blipFill>
                <a:blip r:embed="rId25"/>
                <a:stretch>
                  <a:fillRect l="-5907" t="-4255" r="-4641" b="-106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תיבת טקסט 25">
                <a:extLst>
                  <a:ext uri="{FF2B5EF4-FFF2-40B4-BE49-F238E27FC236}">
                    <a16:creationId xmlns:a16="http://schemas.microsoft.com/office/drawing/2014/main" id="{C2EDD1B4-47DE-840E-6D03-DE8F712B8667}"/>
                  </a:ext>
                </a:extLst>
              </p:cNvPr>
              <p:cNvSpPr txBox="1"/>
              <p:nvPr/>
            </p:nvSpPr>
            <p:spPr>
              <a:xfrm>
                <a:off x="5642219" y="4907914"/>
                <a:ext cx="1474250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26" name="תיבת טקסט 25">
                <a:extLst>
                  <a:ext uri="{FF2B5EF4-FFF2-40B4-BE49-F238E27FC236}">
                    <a16:creationId xmlns:a16="http://schemas.microsoft.com/office/drawing/2014/main" id="{C2EDD1B4-47DE-840E-6D03-DE8F712B8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219" y="4907914"/>
                <a:ext cx="1474250" cy="288477"/>
              </a:xfrm>
              <a:prstGeom prst="rect">
                <a:avLst/>
              </a:prstGeom>
              <a:blipFill>
                <a:blip r:embed="rId26"/>
                <a:stretch>
                  <a:fillRect l="-3320" t="-4255" r="-3320" b="-106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תיבת טקסט 29">
                <a:extLst>
                  <a:ext uri="{FF2B5EF4-FFF2-40B4-BE49-F238E27FC236}">
                    <a16:creationId xmlns:a16="http://schemas.microsoft.com/office/drawing/2014/main" id="{73EF3719-334A-517C-C6F9-0B5430D8C06B}"/>
                  </a:ext>
                </a:extLst>
              </p:cNvPr>
              <p:cNvSpPr txBox="1"/>
              <p:nvPr/>
            </p:nvSpPr>
            <p:spPr>
              <a:xfrm>
                <a:off x="5749066" y="5679340"/>
                <a:ext cx="13797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30" name="תיבת טקסט 29">
                <a:extLst>
                  <a:ext uri="{FF2B5EF4-FFF2-40B4-BE49-F238E27FC236}">
                    <a16:creationId xmlns:a16="http://schemas.microsoft.com/office/drawing/2014/main" id="{73EF3719-334A-517C-C6F9-0B5430D8C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066" y="5679340"/>
                <a:ext cx="1379737" cy="276999"/>
              </a:xfrm>
              <a:prstGeom prst="rect">
                <a:avLst/>
              </a:prstGeom>
              <a:blipFill>
                <a:blip r:embed="rId27"/>
                <a:stretch>
                  <a:fillRect l="-3540" r="-3540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0">
            <a:extLst>
              <a:ext uri="{FF2B5EF4-FFF2-40B4-BE49-F238E27FC236}">
                <a16:creationId xmlns:a16="http://schemas.microsoft.com/office/drawing/2014/main" id="{3D1901DC-8819-76F3-E6AE-98BF2D4D2D9A}"/>
              </a:ext>
            </a:extLst>
          </p:cNvPr>
          <p:cNvSpPr txBox="1"/>
          <p:nvPr/>
        </p:nvSpPr>
        <p:spPr>
          <a:xfrm>
            <a:off x="2458640" y="1614116"/>
            <a:ext cx="166712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667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0">
                <a:extLst>
                  <a:ext uri="{FF2B5EF4-FFF2-40B4-BE49-F238E27FC236}">
                    <a16:creationId xmlns:a16="http://schemas.microsoft.com/office/drawing/2014/main" id="{B82ED7AD-5648-B134-E179-A999CAB53166}"/>
                  </a:ext>
                </a:extLst>
              </p:cNvPr>
              <p:cNvSpPr txBox="1"/>
              <p:nvPr/>
            </p:nvSpPr>
            <p:spPr>
              <a:xfrm>
                <a:off x="2439345" y="2611769"/>
                <a:ext cx="286424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TextBox 50">
                <a:extLst>
                  <a:ext uri="{FF2B5EF4-FFF2-40B4-BE49-F238E27FC236}">
                    <a16:creationId xmlns:a16="http://schemas.microsoft.com/office/drawing/2014/main" id="{B82ED7AD-5648-B134-E179-A999CAB5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345" y="2611769"/>
                <a:ext cx="286424" cy="41043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0">
                <a:extLst>
                  <a:ext uri="{FF2B5EF4-FFF2-40B4-BE49-F238E27FC236}">
                    <a16:creationId xmlns:a16="http://schemas.microsoft.com/office/drawing/2014/main" id="{18864470-3B44-C467-9B38-CE2CDB74E070}"/>
                  </a:ext>
                </a:extLst>
              </p:cNvPr>
              <p:cNvSpPr txBox="1"/>
              <p:nvPr/>
            </p:nvSpPr>
            <p:spPr>
              <a:xfrm>
                <a:off x="2473606" y="4431867"/>
                <a:ext cx="286424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TextBox 50">
                <a:extLst>
                  <a:ext uri="{FF2B5EF4-FFF2-40B4-BE49-F238E27FC236}">
                    <a16:creationId xmlns:a16="http://schemas.microsoft.com/office/drawing/2014/main" id="{18864470-3B44-C467-9B38-CE2CDB74E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606" y="4431867"/>
                <a:ext cx="286424" cy="41043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0">
                <a:extLst>
                  <a:ext uri="{FF2B5EF4-FFF2-40B4-BE49-F238E27FC236}">
                    <a16:creationId xmlns:a16="http://schemas.microsoft.com/office/drawing/2014/main" id="{C6A0860F-F9E6-0979-DA20-32B2C88552E0}"/>
                  </a:ext>
                </a:extLst>
              </p:cNvPr>
              <p:cNvSpPr txBox="1"/>
              <p:nvPr/>
            </p:nvSpPr>
            <p:spPr>
              <a:xfrm>
                <a:off x="2022414" y="4956060"/>
                <a:ext cx="26250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TextBox 50">
                <a:extLst>
                  <a:ext uri="{FF2B5EF4-FFF2-40B4-BE49-F238E27FC236}">
                    <a16:creationId xmlns:a16="http://schemas.microsoft.com/office/drawing/2014/main" id="{73DA573F-935A-5075-528C-3D1A1698A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414" y="4956060"/>
                <a:ext cx="262508" cy="41043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תיבת טקסט 63">
                <a:extLst>
                  <a:ext uri="{FF2B5EF4-FFF2-40B4-BE49-F238E27FC236}">
                    <a16:creationId xmlns:a16="http://schemas.microsoft.com/office/drawing/2014/main" id="{FB46AB32-97B2-0BB1-B871-59A7F1A837D1}"/>
                  </a:ext>
                </a:extLst>
              </p:cNvPr>
              <p:cNvSpPr txBox="1"/>
              <p:nvPr/>
            </p:nvSpPr>
            <p:spPr>
              <a:xfrm>
                <a:off x="1008578" y="3773737"/>
                <a:ext cx="22762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תיבת טקסט 63">
                <a:extLst>
                  <a:ext uri="{FF2B5EF4-FFF2-40B4-BE49-F238E27FC236}">
                    <a16:creationId xmlns:a16="http://schemas.microsoft.com/office/drawing/2014/main" id="{9952F441-B97F-E4FB-8A57-431C2E8C1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78" y="3773737"/>
                <a:ext cx="227626" cy="215444"/>
              </a:xfrm>
              <a:prstGeom prst="rect">
                <a:avLst/>
              </a:prstGeom>
              <a:blipFill>
                <a:blip r:embed="rId34"/>
                <a:stretch>
                  <a:fillRect l="-21053" r="-21053" b="-285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79">
                <a:extLst>
                  <a:ext uri="{FF2B5EF4-FFF2-40B4-BE49-F238E27FC236}">
                    <a16:creationId xmlns:a16="http://schemas.microsoft.com/office/drawing/2014/main" id="{7D9AEE6B-0921-4494-C999-5BEA41703F11}"/>
                  </a:ext>
                </a:extLst>
              </p:cNvPr>
              <p:cNvSpPr txBox="1"/>
              <p:nvPr/>
            </p:nvSpPr>
            <p:spPr>
              <a:xfrm>
                <a:off x="36624" y="4462700"/>
                <a:ext cx="21670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𝑑𝑑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79">
                <a:extLst>
                  <a:ext uri="{FF2B5EF4-FFF2-40B4-BE49-F238E27FC236}">
                    <a16:creationId xmlns:a16="http://schemas.microsoft.com/office/drawing/2014/main" id="{7D9AEE6B-0921-4494-C999-5BEA41703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4" y="4462700"/>
                <a:ext cx="2167068" cy="276999"/>
              </a:xfrm>
              <a:prstGeom prst="rect">
                <a:avLst/>
              </a:prstGeom>
              <a:blipFill>
                <a:blip r:embed="rId35"/>
                <a:stretch>
                  <a:fillRect l="-1972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53">
                <a:extLst>
                  <a:ext uri="{FF2B5EF4-FFF2-40B4-BE49-F238E27FC236}">
                    <a16:creationId xmlns:a16="http://schemas.microsoft.com/office/drawing/2014/main" id="{12209725-A37A-395F-7C93-472F1C91D3C8}"/>
                  </a:ext>
                </a:extLst>
              </p:cNvPr>
              <p:cNvSpPr txBox="1"/>
              <p:nvPr/>
            </p:nvSpPr>
            <p:spPr>
              <a:xfrm>
                <a:off x="7740245" y="2921614"/>
                <a:ext cx="3375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𝑑𝑑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53">
                <a:extLst>
                  <a:ext uri="{FF2B5EF4-FFF2-40B4-BE49-F238E27FC236}">
                    <a16:creationId xmlns:a16="http://schemas.microsoft.com/office/drawing/2014/main" id="{12209725-A37A-395F-7C93-472F1C91D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245" y="2921614"/>
                <a:ext cx="337528" cy="276999"/>
              </a:xfrm>
              <a:prstGeom prst="rect">
                <a:avLst/>
              </a:prstGeom>
              <a:blipFill>
                <a:blip r:embed="rId36"/>
                <a:stretch>
                  <a:fillRect l="-16364" r="-1454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55">
                <a:extLst>
                  <a:ext uri="{FF2B5EF4-FFF2-40B4-BE49-F238E27FC236}">
                    <a16:creationId xmlns:a16="http://schemas.microsoft.com/office/drawing/2014/main" id="{0039F239-E865-9406-9124-E3C730C6B714}"/>
                  </a:ext>
                </a:extLst>
              </p:cNvPr>
              <p:cNvSpPr txBox="1"/>
              <p:nvPr/>
            </p:nvSpPr>
            <p:spPr>
              <a:xfrm>
                <a:off x="7976543" y="4558422"/>
                <a:ext cx="316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55">
                <a:extLst>
                  <a:ext uri="{FF2B5EF4-FFF2-40B4-BE49-F238E27FC236}">
                    <a16:creationId xmlns:a16="http://schemas.microsoft.com/office/drawing/2014/main" id="{0039F239-E865-9406-9124-E3C730C6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543" y="4558422"/>
                <a:ext cx="316049" cy="276999"/>
              </a:xfrm>
              <a:prstGeom prst="rect">
                <a:avLst/>
              </a:prstGeom>
              <a:blipFill>
                <a:blip r:embed="rId37"/>
                <a:stretch>
                  <a:fillRect l="-17308" r="-15385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79">
                <a:extLst>
                  <a:ext uri="{FF2B5EF4-FFF2-40B4-BE49-F238E27FC236}">
                    <a16:creationId xmlns:a16="http://schemas.microsoft.com/office/drawing/2014/main" id="{2E529D1B-940B-DD02-54BA-7A5425C1FB15}"/>
                  </a:ext>
                </a:extLst>
              </p:cNvPr>
              <p:cNvSpPr txBox="1"/>
              <p:nvPr/>
            </p:nvSpPr>
            <p:spPr>
              <a:xfrm>
                <a:off x="2378916" y="2113256"/>
                <a:ext cx="3310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79">
                <a:extLst>
                  <a:ext uri="{FF2B5EF4-FFF2-40B4-BE49-F238E27FC236}">
                    <a16:creationId xmlns:a16="http://schemas.microsoft.com/office/drawing/2014/main" id="{2E529D1B-940B-DD02-54BA-7A5425C1F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916" y="2113256"/>
                <a:ext cx="331053" cy="276999"/>
              </a:xfrm>
              <a:prstGeom prst="rect">
                <a:avLst/>
              </a:prstGeom>
              <a:blipFill>
                <a:blip r:embed="rId38"/>
                <a:stretch>
                  <a:fillRect l="-16364" r="-12727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79">
                <a:extLst>
                  <a:ext uri="{FF2B5EF4-FFF2-40B4-BE49-F238E27FC236}">
                    <a16:creationId xmlns:a16="http://schemas.microsoft.com/office/drawing/2014/main" id="{31E07773-8C84-F507-B66D-0CA5268C9925}"/>
                  </a:ext>
                </a:extLst>
              </p:cNvPr>
              <p:cNvSpPr txBox="1"/>
              <p:nvPr/>
            </p:nvSpPr>
            <p:spPr>
              <a:xfrm>
                <a:off x="2491938" y="3114270"/>
                <a:ext cx="4504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79">
                <a:extLst>
                  <a:ext uri="{FF2B5EF4-FFF2-40B4-BE49-F238E27FC236}">
                    <a16:creationId xmlns:a16="http://schemas.microsoft.com/office/drawing/2014/main" id="{31E07773-8C84-F507-B66D-0CA5268C9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938" y="3114270"/>
                <a:ext cx="450444" cy="276999"/>
              </a:xfrm>
              <a:prstGeom prst="rect">
                <a:avLst/>
              </a:prstGeom>
              <a:blipFill>
                <a:blip r:embed="rId39"/>
                <a:stretch>
                  <a:fillRect l="-12162" r="-9459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79">
                <a:extLst>
                  <a:ext uri="{FF2B5EF4-FFF2-40B4-BE49-F238E27FC236}">
                    <a16:creationId xmlns:a16="http://schemas.microsoft.com/office/drawing/2014/main" id="{C267DD5B-0909-BB32-E13D-20139C20268D}"/>
                  </a:ext>
                </a:extLst>
              </p:cNvPr>
              <p:cNvSpPr txBox="1"/>
              <p:nvPr/>
            </p:nvSpPr>
            <p:spPr>
              <a:xfrm>
                <a:off x="2547811" y="4125128"/>
                <a:ext cx="4504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79">
                <a:extLst>
                  <a:ext uri="{FF2B5EF4-FFF2-40B4-BE49-F238E27FC236}">
                    <a16:creationId xmlns:a16="http://schemas.microsoft.com/office/drawing/2014/main" id="{C267DD5B-0909-BB32-E13D-20139C202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811" y="4125128"/>
                <a:ext cx="450444" cy="276999"/>
              </a:xfrm>
              <a:prstGeom prst="rect">
                <a:avLst/>
              </a:prstGeom>
              <a:blipFill>
                <a:blip r:embed="rId40"/>
                <a:stretch>
                  <a:fillRect l="-12162" r="-9459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79">
                <a:extLst>
                  <a:ext uri="{FF2B5EF4-FFF2-40B4-BE49-F238E27FC236}">
                    <a16:creationId xmlns:a16="http://schemas.microsoft.com/office/drawing/2014/main" id="{BA709C51-8E38-C7C9-C077-48628A5F5A3B}"/>
                  </a:ext>
                </a:extLst>
              </p:cNvPr>
              <p:cNvSpPr txBox="1"/>
              <p:nvPr/>
            </p:nvSpPr>
            <p:spPr>
              <a:xfrm>
                <a:off x="2050354" y="5414923"/>
                <a:ext cx="4003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𝑑𝑐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79">
                <a:extLst>
                  <a:ext uri="{FF2B5EF4-FFF2-40B4-BE49-F238E27FC236}">
                    <a16:creationId xmlns:a16="http://schemas.microsoft.com/office/drawing/2014/main" id="{BA709C51-8E38-C7C9-C077-48628A5F5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354" y="5414923"/>
                <a:ext cx="400319" cy="276999"/>
              </a:xfrm>
              <a:prstGeom prst="rect">
                <a:avLst/>
              </a:prstGeom>
              <a:blipFill>
                <a:blip r:embed="rId41"/>
                <a:stretch>
                  <a:fillRect l="-21212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476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C694B45-C39C-DDB5-A224-B3784ED6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0ab643f04_0_3">
            <a:extLst>
              <a:ext uri="{FF2B5EF4-FFF2-40B4-BE49-F238E27FC236}">
                <a16:creationId xmlns:a16="http://schemas.microsoft.com/office/drawing/2014/main" id="{DC9404FA-1003-C703-2E37-63A773F41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400" y="1"/>
            <a:ext cx="12033600" cy="77921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e-IL" dirty="0">
                <a:latin typeface="+mj-lt"/>
              </a:rPr>
              <a:t>תרגיל גרף חישוב – תרגיל 1</a:t>
            </a:r>
            <a:endParaRPr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C94111-F086-B5DF-C53A-D5446B32CB2C}"/>
                  </a:ext>
                </a:extLst>
              </p:cNvPr>
              <p:cNvSpPr txBox="1"/>
              <p:nvPr/>
            </p:nvSpPr>
            <p:spPr>
              <a:xfrm>
                <a:off x="1173884" y="889117"/>
                <a:ext cx="4880439" cy="5744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733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733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733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733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733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733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733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3733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3733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3733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3733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733" i="1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sz="3733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733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3733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733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C94111-F086-B5DF-C53A-D5446B32C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884" y="889117"/>
                <a:ext cx="4880439" cy="574453"/>
              </a:xfrm>
              <a:prstGeom prst="rect">
                <a:avLst/>
              </a:prstGeom>
              <a:blipFill>
                <a:blip r:embed="rId3"/>
                <a:stretch>
                  <a:fillRect l="-250" t="-25532" r="-5500" b="-5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2D5B61-F71E-88D9-B017-7B05032343EB}"/>
              </a:ext>
            </a:extLst>
          </p:cNvPr>
          <p:cNvSpPr/>
          <p:nvPr/>
        </p:nvSpPr>
        <p:spPr>
          <a:xfrm>
            <a:off x="1768570" y="1972028"/>
            <a:ext cx="3013823" cy="19517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3C83F4-06BC-E250-4911-F453C59A90C1}"/>
                  </a:ext>
                </a:extLst>
              </p:cNvPr>
              <p:cNvSpPr txBox="1"/>
              <p:nvPr/>
            </p:nvSpPr>
            <p:spPr>
              <a:xfrm>
                <a:off x="2151098" y="2054410"/>
                <a:ext cx="1089914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3C83F4-06BC-E250-4911-F453C59A9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098" y="2054410"/>
                <a:ext cx="1089914" cy="4104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C029103-830F-392B-28A2-1F0857A12AF6}"/>
                  </a:ext>
                </a:extLst>
              </p:cNvPr>
              <p:cNvSpPr/>
              <p:nvPr/>
            </p:nvSpPr>
            <p:spPr>
              <a:xfrm>
                <a:off x="30908" y="2071548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C029103-830F-392B-28A2-1F0857A12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" y="2071548"/>
                <a:ext cx="487675" cy="4808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E30531B-80F8-A0CD-5E35-34000D88B3DD}"/>
                  </a:ext>
                </a:extLst>
              </p:cNvPr>
              <p:cNvSpPr/>
              <p:nvPr/>
            </p:nvSpPr>
            <p:spPr>
              <a:xfrm>
                <a:off x="30907" y="5604267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E30531B-80F8-A0CD-5E35-34000D88B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7" y="5604267"/>
                <a:ext cx="487675" cy="4808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551EE6-84EC-2277-8DCE-628329CB12C6}"/>
              </a:ext>
            </a:extLst>
          </p:cNvPr>
          <p:cNvCxnSpPr>
            <a:cxnSpLocks/>
          </p:cNvCxnSpPr>
          <p:nvPr/>
        </p:nvCxnSpPr>
        <p:spPr>
          <a:xfrm flipV="1">
            <a:off x="376996" y="3092539"/>
            <a:ext cx="1334833" cy="2457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CEAA00-B6EF-AD6D-6CEE-7AB264A3483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69364" y="2461489"/>
            <a:ext cx="1299206" cy="486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EB6B59A-E43C-9479-C441-C6E7D4B6ECD2}"/>
              </a:ext>
            </a:extLst>
          </p:cNvPr>
          <p:cNvCxnSpPr>
            <a:cxnSpLocks/>
          </p:cNvCxnSpPr>
          <p:nvPr/>
        </p:nvCxnSpPr>
        <p:spPr>
          <a:xfrm flipV="1">
            <a:off x="9617698" y="7444219"/>
            <a:ext cx="1138312" cy="78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A7B4E3E-2D3C-71DC-46AF-6D14D262C5A8}"/>
              </a:ext>
            </a:extLst>
          </p:cNvPr>
          <p:cNvCxnSpPr>
            <a:cxnSpLocks/>
          </p:cNvCxnSpPr>
          <p:nvPr/>
        </p:nvCxnSpPr>
        <p:spPr>
          <a:xfrm>
            <a:off x="13405451" y="6781299"/>
            <a:ext cx="3965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A3CE696-644A-1780-C1E4-17D99CAECE93}"/>
                  </a:ext>
                </a:extLst>
              </p:cNvPr>
              <p:cNvSpPr txBox="1"/>
              <p:nvPr/>
            </p:nvSpPr>
            <p:spPr>
              <a:xfrm>
                <a:off x="10127286" y="7818111"/>
                <a:ext cx="27199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A3CE696-644A-1780-C1E4-17D99CAEC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286" y="7818111"/>
                <a:ext cx="271998" cy="410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DE3486-501F-EF73-3FDC-671573B34776}"/>
                  </a:ext>
                </a:extLst>
              </p:cNvPr>
              <p:cNvSpPr txBox="1"/>
              <p:nvPr/>
            </p:nvSpPr>
            <p:spPr>
              <a:xfrm>
                <a:off x="13506323" y="6239483"/>
                <a:ext cx="29213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DE3486-501F-EF73-3FDC-671573B34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6323" y="6239483"/>
                <a:ext cx="292131" cy="410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C5A72E7-9598-D9F7-0D60-7F896B0F3DA6}"/>
                  </a:ext>
                </a:extLst>
              </p:cNvPr>
              <p:cNvSpPr txBox="1"/>
              <p:nvPr/>
            </p:nvSpPr>
            <p:spPr>
              <a:xfrm>
                <a:off x="11170842" y="6980373"/>
                <a:ext cx="853823" cy="58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C5A72E7-9598-D9F7-0D60-7F896B0F3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842" y="6980373"/>
                <a:ext cx="853823" cy="5852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94A74FA-95D5-349A-BD92-8C44A6BA81C3}"/>
              </a:ext>
            </a:extLst>
          </p:cNvPr>
          <p:cNvCxnSpPr>
            <a:cxnSpLocks/>
          </p:cNvCxnSpPr>
          <p:nvPr/>
        </p:nvCxnSpPr>
        <p:spPr>
          <a:xfrm flipH="1">
            <a:off x="9642773" y="7285478"/>
            <a:ext cx="1088163" cy="757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0A6CF91-E545-E73C-3996-CC893CF001C6}"/>
                  </a:ext>
                </a:extLst>
              </p:cNvPr>
              <p:cNvSpPr txBox="1"/>
              <p:nvPr/>
            </p:nvSpPr>
            <p:spPr>
              <a:xfrm>
                <a:off x="9914252" y="7318082"/>
                <a:ext cx="316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0A6CF91-E545-E73C-3996-CC893CF00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252" y="7318082"/>
                <a:ext cx="316049" cy="276999"/>
              </a:xfrm>
              <a:prstGeom prst="rect">
                <a:avLst/>
              </a:prstGeom>
              <a:blipFill>
                <a:blip r:embed="rId10"/>
                <a:stretch>
                  <a:fillRect l="-17308" r="-1538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D6C2C5E-11E0-6D40-B1EC-C341764F4105}"/>
              </a:ext>
            </a:extLst>
          </p:cNvPr>
          <p:cNvCxnSpPr>
            <a:cxnSpLocks/>
          </p:cNvCxnSpPr>
          <p:nvPr/>
        </p:nvCxnSpPr>
        <p:spPr>
          <a:xfrm flipH="1">
            <a:off x="448607" y="3062388"/>
            <a:ext cx="1347473" cy="25930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80">
            <a:extLst>
              <a:ext uri="{FF2B5EF4-FFF2-40B4-BE49-F238E27FC236}">
                <a16:creationId xmlns:a16="http://schemas.microsoft.com/office/drawing/2014/main" id="{8B9CE333-FF8C-AE07-7590-B455D64FA5E7}"/>
              </a:ext>
            </a:extLst>
          </p:cNvPr>
          <p:cNvCxnSpPr>
            <a:cxnSpLocks/>
          </p:cNvCxnSpPr>
          <p:nvPr/>
        </p:nvCxnSpPr>
        <p:spPr>
          <a:xfrm flipH="1" flipV="1">
            <a:off x="380518" y="2545164"/>
            <a:ext cx="1372223" cy="5364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79">
                <a:extLst>
                  <a:ext uri="{FF2B5EF4-FFF2-40B4-BE49-F238E27FC236}">
                    <a16:creationId xmlns:a16="http://schemas.microsoft.com/office/drawing/2014/main" id="{58F56656-7ED8-DDE9-4491-A9F4E7AA845F}"/>
                  </a:ext>
                </a:extLst>
              </p:cNvPr>
              <p:cNvSpPr txBox="1"/>
              <p:nvPr/>
            </p:nvSpPr>
            <p:spPr>
              <a:xfrm>
                <a:off x="709029" y="2731628"/>
                <a:ext cx="2685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79">
                <a:extLst>
                  <a:ext uri="{FF2B5EF4-FFF2-40B4-BE49-F238E27FC236}">
                    <a16:creationId xmlns:a16="http://schemas.microsoft.com/office/drawing/2014/main" id="{58F56656-7ED8-DDE9-4491-A9F4E7AA8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29" y="2731628"/>
                <a:ext cx="268510" cy="276999"/>
              </a:xfrm>
              <a:prstGeom prst="rect">
                <a:avLst/>
              </a:prstGeom>
              <a:blipFill>
                <a:blip r:embed="rId11"/>
                <a:stretch>
                  <a:fillRect l="-31818" r="-2954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9271F171-89B7-4922-9906-25732FBB6C46}"/>
                  </a:ext>
                </a:extLst>
              </p:cNvPr>
              <p:cNvSpPr txBox="1"/>
              <p:nvPr/>
            </p:nvSpPr>
            <p:spPr>
              <a:xfrm>
                <a:off x="3088533" y="2705889"/>
                <a:ext cx="12186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9271F171-89B7-4922-9906-25732FBB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533" y="2705889"/>
                <a:ext cx="1218667" cy="276999"/>
              </a:xfrm>
              <a:prstGeom prst="rect">
                <a:avLst/>
              </a:prstGeom>
              <a:blipFill>
                <a:blip r:embed="rId12"/>
                <a:stretch>
                  <a:fillRect l="-4000" r="-3500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90FC2504-B2A3-BD70-3B62-7BD6D741881C}"/>
                  </a:ext>
                </a:extLst>
              </p:cNvPr>
              <p:cNvSpPr txBox="1"/>
              <p:nvPr/>
            </p:nvSpPr>
            <p:spPr>
              <a:xfrm>
                <a:off x="3093834" y="3405122"/>
                <a:ext cx="1474121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90FC2504-B2A3-BD70-3B62-7BD6D7418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34" y="3405122"/>
                <a:ext cx="1474121" cy="288477"/>
              </a:xfrm>
              <a:prstGeom prst="rect">
                <a:avLst/>
              </a:prstGeom>
              <a:blipFill>
                <a:blip r:embed="rId13"/>
                <a:stretch>
                  <a:fillRect l="-3320" t="-4255" r="-2905" b="-106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DDD3D7DC-67E2-0DE8-0740-2CFC309AEDA4}"/>
                  </a:ext>
                </a:extLst>
              </p:cNvPr>
              <p:cNvSpPr txBox="1"/>
              <p:nvPr/>
            </p:nvSpPr>
            <p:spPr>
              <a:xfrm>
                <a:off x="651499" y="5319977"/>
                <a:ext cx="22762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DDD3D7DC-67E2-0DE8-0740-2CFC309A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99" y="5319977"/>
                <a:ext cx="227626" cy="215444"/>
              </a:xfrm>
              <a:prstGeom prst="rect">
                <a:avLst/>
              </a:prstGeom>
              <a:blipFill>
                <a:blip r:embed="rId14"/>
                <a:stretch>
                  <a:fillRect l="-24324" r="-21622" b="-2571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7">
            <a:extLst>
              <a:ext uri="{FF2B5EF4-FFF2-40B4-BE49-F238E27FC236}">
                <a16:creationId xmlns:a16="http://schemas.microsoft.com/office/drawing/2014/main" id="{AB736114-923E-B003-44D1-A078AEA8850F}"/>
              </a:ext>
            </a:extLst>
          </p:cNvPr>
          <p:cNvSpPr/>
          <p:nvPr/>
        </p:nvSpPr>
        <p:spPr>
          <a:xfrm>
            <a:off x="1755168" y="4671903"/>
            <a:ext cx="2906182" cy="141325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10">
                <a:extLst>
                  <a:ext uri="{FF2B5EF4-FFF2-40B4-BE49-F238E27FC236}">
                    <a16:creationId xmlns:a16="http://schemas.microsoft.com/office/drawing/2014/main" id="{C5B1A7AF-C60E-0095-0C54-8FB44F0213F2}"/>
                  </a:ext>
                </a:extLst>
              </p:cNvPr>
              <p:cNvSpPr txBox="1"/>
              <p:nvPr/>
            </p:nvSpPr>
            <p:spPr>
              <a:xfrm>
                <a:off x="2137695" y="4754284"/>
                <a:ext cx="1102610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10">
                <a:extLst>
                  <a:ext uri="{FF2B5EF4-FFF2-40B4-BE49-F238E27FC236}">
                    <a16:creationId xmlns:a16="http://schemas.microsoft.com/office/drawing/2014/main" id="{C5B1A7AF-C60E-0095-0C54-8FB44F021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695" y="4754284"/>
                <a:ext cx="1102610" cy="41043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516C2832-8A57-945A-AB19-3691EF075F3D}"/>
                  </a:ext>
                </a:extLst>
              </p:cNvPr>
              <p:cNvSpPr txBox="1"/>
              <p:nvPr/>
            </p:nvSpPr>
            <p:spPr>
              <a:xfrm>
                <a:off x="2969377" y="5430918"/>
                <a:ext cx="1625830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𝑑𝑑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516C2832-8A57-945A-AB19-3691EF075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377" y="5430918"/>
                <a:ext cx="1625830" cy="288477"/>
              </a:xfrm>
              <a:prstGeom prst="rect">
                <a:avLst/>
              </a:prstGeom>
              <a:blipFill>
                <a:blip r:embed="rId16"/>
                <a:stretch>
                  <a:fillRect l="-2996" t="-4255" r="-2622" b="-106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: Rounded Corners 7">
            <a:extLst>
              <a:ext uri="{FF2B5EF4-FFF2-40B4-BE49-F238E27FC236}">
                <a16:creationId xmlns:a16="http://schemas.microsoft.com/office/drawing/2014/main" id="{B65DFD7D-9A49-DAE0-B4EC-AFA44F156172}"/>
              </a:ext>
            </a:extLst>
          </p:cNvPr>
          <p:cNvSpPr/>
          <p:nvPr/>
        </p:nvSpPr>
        <p:spPr>
          <a:xfrm>
            <a:off x="5689306" y="2944857"/>
            <a:ext cx="2735928" cy="19517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10">
                <a:extLst>
                  <a:ext uri="{FF2B5EF4-FFF2-40B4-BE49-F238E27FC236}">
                    <a16:creationId xmlns:a16="http://schemas.microsoft.com/office/drawing/2014/main" id="{76046640-9B8D-8D0E-0A29-5C824FA8B823}"/>
                  </a:ext>
                </a:extLst>
              </p:cNvPr>
              <p:cNvSpPr txBox="1"/>
              <p:nvPr/>
            </p:nvSpPr>
            <p:spPr>
              <a:xfrm>
                <a:off x="6193915" y="3067086"/>
                <a:ext cx="187936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10">
                <a:extLst>
                  <a:ext uri="{FF2B5EF4-FFF2-40B4-BE49-F238E27FC236}">
                    <a16:creationId xmlns:a16="http://schemas.microsoft.com/office/drawing/2014/main" id="{76046640-9B8D-8D0E-0A29-5C824FA8B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915" y="3067086"/>
                <a:ext cx="1879361" cy="41043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תיבת טקסט 66">
                <a:extLst>
                  <a:ext uri="{FF2B5EF4-FFF2-40B4-BE49-F238E27FC236}">
                    <a16:creationId xmlns:a16="http://schemas.microsoft.com/office/drawing/2014/main" id="{CC1CBD90-F331-8BA7-D94A-34457F34514B}"/>
                  </a:ext>
                </a:extLst>
              </p:cNvPr>
              <p:cNvSpPr txBox="1"/>
              <p:nvPr/>
            </p:nvSpPr>
            <p:spPr>
              <a:xfrm>
                <a:off x="6852354" y="3678353"/>
                <a:ext cx="12066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67" name="תיבת טקסט 66">
                <a:extLst>
                  <a:ext uri="{FF2B5EF4-FFF2-40B4-BE49-F238E27FC236}">
                    <a16:creationId xmlns:a16="http://schemas.microsoft.com/office/drawing/2014/main" id="{CC1CBD90-F331-8BA7-D94A-34457F34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354" y="3678353"/>
                <a:ext cx="1206612" cy="276999"/>
              </a:xfrm>
              <a:prstGeom prst="rect">
                <a:avLst/>
              </a:prstGeom>
              <a:blipFill>
                <a:blip r:embed="rId18"/>
                <a:stretch>
                  <a:fillRect l="-4040" r="-4040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תיבת טקסט 67">
                <a:extLst>
                  <a:ext uri="{FF2B5EF4-FFF2-40B4-BE49-F238E27FC236}">
                    <a16:creationId xmlns:a16="http://schemas.microsoft.com/office/drawing/2014/main" id="{F64188B0-6883-FCCB-DB53-933E49DC1CED}"/>
                  </a:ext>
                </a:extLst>
              </p:cNvPr>
              <p:cNvSpPr txBox="1"/>
              <p:nvPr/>
            </p:nvSpPr>
            <p:spPr>
              <a:xfrm>
                <a:off x="6838728" y="4360767"/>
                <a:ext cx="12338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𝑑𝑑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68" name="תיבת טקסט 67">
                <a:extLst>
                  <a:ext uri="{FF2B5EF4-FFF2-40B4-BE49-F238E27FC236}">
                    <a16:creationId xmlns:a16="http://schemas.microsoft.com/office/drawing/2014/main" id="{F64188B0-6883-FCCB-DB53-933E49DC1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728" y="4360767"/>
                <a:ext cx="1233864" cy="276999"/>
              </a:xfrm>
              <a:prstGeom prst="rect">
                <a:avLst/>
              </a:prstGeom>
              <a:blipFill>
                <a:blip r:embed="rId19"/>
                <a:stretch>
                  <a:fillRect l="-3960" r="-3960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">
            <a:extLst>
              <a:ext uri="{FF2B5EF4-FFF2-40B4-BE49-F238E27FC236}">
                <a16:creationId xmlns:a16="http://schemas.microsoft.com/office/drawing/2014/main" id="{030AA90B-7646-1BE2-75A0-93B6FB68D171}"/>
              </a:ext>
            </a:extLst>
          </p:cNvPr>
          <p:cNvSpPr/>
          <p:nvPr/>
        </p:nvSpPr>
        <p:spPr>
          <a:xfrm>
            <a:off x="9356087" y="3041891"/>
            <a:ext cx="1924210" cy="124023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10">
                <a:extLst>
                  <a:ext uri="{FF2B5EF4-FFF2-40B4-BE49-F238E27FC236}">
                    <a16:creationId xmlns:a16="http://schemas.microsoft.com/office/drawing/2014/main" id="{7932A691-C770-1F8F-2748-ECA4041E6D34}"/>
                  </a:ext>
                </a:extLst>
              </p:cNvPr>
              <p:cNvSpPr txBox="1"/>
              <p:nvPr/>
            </p:nvSpPr>
            <p:spPr>
              <a:xfrm>
                <a:off x="9427223" y="3106544"/>
                <a:ext cx="1483419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67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10">
                <a:extLst>
                  <a:ext uri="{FF2B5EF4-FFF2-40B4-BE49-F238E27FC236}">
                    <a16:creationId xmlns:a16="http://schemas.microsoft.com/office/drawing/2014/main" id="{7932A691-C770-1F8F-2748-ECA4041E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223" y="3106544"/>
                <a:ext cx="1483419" cy="41043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30">
            <a:extLst>
              <a:ext uri="{FF2B5EF4-FFF2-40B4-BE49-F238E27FC236}">
                <a16:creationId xmlns:a16="http://schemas.microsoft.com/office/drawing/2014/main" id="{C8D78447-21DB-7A08-2888-FC7DC00DE9F2}"/>
              </a:ext>
            </a:extLst>
          </p:cNvPr>
          <p:cNvCxnSpPr>
            <a:cxnSpLocks/>
          </p:cNvCxnSpPr>
          <p:nvPr/>
        </p:nvCxnSpPr>
        <p:spPr>
          <a:xfrm>
            <a:off x="4829154" y="3066889"/>
            <a:ext cx="816813" cy="467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30">
            <a:extLst>
              <a:ext uri="{FF2B5EF4-FFF2-40B4-BE49-F238E27FC236}">
                <a16:creationId xmlns:a16="http://schemas.microsoft.com/office/drawing/2014/main" id="{8FE273CB-2152-2A2B-2BC1-AD2BDFB34FE4}"/>
              </a:ext>
            </a:extLst>
          </p:cNvPr>
          <p:cNvCxnSpPr>
            <a:cxnSpLocks/>
          </p:cNvCxnSpPr>
          <p:nvPr/>
        </p:nvCxnSpPr>
        <p:spPr>
          <a:xfrm flipV="1">
            <a:off x="8445503" y="3547683"/>
            <a:ext cx="910546" cy="25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28">
            <a:extLst>
              <a:ext uri="{FF2B5EF4-FFF2-40B4-BE49-F238E27FC236}">
                <a16:creationId xmlns:a16="http://schemas.microsoft.com/office/drawing/2014/main" id="{56383CDF-8C51-9A62-2F35-D8FC0815BC6F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541686" y="5378530"/>
            <a:ext cx="1213482" cy="34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83">
            <a:extLst>
              <a:ext uri="{FF2B5EF4-FFF2-40B4-BE49-F238E27FC236}">
                <a16:creationId xmlns:a16="http://schemas.microsoft.com/office/drawing/2014/main" id="{2BE3E594-7491-03A2-A47A-904822612F00}"/>
              </a:ext>
            </a:extLst>
          </p:cNvPr>
          <p:cNvCxnSpPr>
            <a:cxnSpLocks/>
            <a:endCxn id="27" idx="7"/>
          </p:cNvCxnSpPr>
          <p:nvPr/>
        </p:nvCxnSpPr>
        <p:spPr>
          <a:xfrm flipH="1">
            <a:off x="447164" y="5226556"/>
            <a:ext cx="1274987" cy="448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61">
            <a:extLst>
              <a:ext uri="{FF2B5EF4-FFF2-40B4-BE49-F238E27FC236}">
                <a16:creationId xmlns:a16="http://schemas.microsoft.com/office/drawing/2014/main" id="{0837A1F8-81B7-C2C4-9456-A8C1B853BED0}"/>
              </a:ext>
            </a:extLst>
          </p:cNvPr>
          <p:cNvCxnSpPr>
            <a:cxnSpLocks/>
          </p:cNvCxnSpPr>
          <p:nvPr/>
        </p:nvCxnSpPr>
        <p:spPr>
          <a:xfrm flipH="1" flipV="1">
            <a:off x="4834004" y="3200975"/>
            <a:ext cx="774901" cy="4610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0">
                <a:extLst>
                  <a:ext uri="{FF2B5EF4-FFF2-40B4-BE49-F238E27FC236}">
                    <a16:creationId xmlns:a16="http://schemas.microsoft.com/office/drawing/2014/main" id="{99D3AE62-B618-8244-E1D0-B4F92211B81B}"/>
                  </a:ext>
                </a:extLst>
              </p:cNvPr>
              <p:cNvSpPr txBox="1"/>
              <p:nvPr/>
            </p:nvSpPr>
            <p:spPr>
              <a:xfrm>
                <a:off x="778733" y="2175797"/>
                <a:ext cx="293670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TextBox 10">
                <a:extLst>
                  <a:ext uri="{FF2B5EF4-FFF2-40B4-BE49-F238E27FC236}">
                    <a16:creationId xmlns:a16="http://schemas.microsoft.com/office/drawing/2014/main" id="{99D3AE62-B618-8244-E1D0-B4F92211B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3" y="2175797"/>
                <a:ext cx="293670" cy="41043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79">
                <a:extLst>
                  <a:ext uri="{FF2B5EF4-FFF2-40B4-BE49-F238E27FC236}">
                    <a16:creationId xmlns:a16="http://schemas.microsoft.com/office/drawing/2014/main" id="{DB362926-1C68-8664-8879-BC94E910F34E}"/>
                  </a:ext>
                </a:extLst>
              </p:cNvPr>
              <p:cNvSpPr txBox="1"/>
              <p:nvPr/>
            </p:nvSpPr>
            <p:spPr>
              <a:xfrm>
                <a:off x="1166463" y="4220430"/>
                <a:ext cx="2685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TextBox 79">
                <a:extLst>
                  <a:ext uri="{FF2B5EF4-FFF2-40B4-BE49-F238E27FC236}">
                    <a16:creationId xmlns:a16="http://schemas.microsoft.com/office/drawing/2014/main" id="{DB362926-1C68-8664-8879-BC94E910F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463" y="4220430"/>
                <a:ext cx="268510" cy="276999"/>
              </a:xfrm>
              <a:prstGeom prst="rect">
                <a:avLst/>
              </a:prstGeom>
              <a:blipFill>
                <a:blip r:embed="rId23"/>
                <a:stretch>
                  <a:fillRect l="-31818" r="-75000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79">
                <a:extLst>
                  <a:ext uri="{FF2B5EF4-FFF2-40B4-BE49-F238E27FC236}">
                    <a16:creationId xmlns:a16="http://schemas.microsoft.com/office/drawing/2014/main" id="{D3D0CD8C-E350-EEC8-EE47-550106AF441B}"/>
                  </a:ext>
                </a:extLst>
              </p:cNvPr>
              <p:cNvSpPr txBox="1"/>
              <p:nvPr/>
            </p:nvSpPr>
            <p:spPr>
              <a:xfrm>
                <a:off x="1082017" y="5081076"/>
                <a:ext cx="2685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" name="TextBox 79">
                <a:extLst>
                  <a:ext uri="{FF2B5EF4-FFF2-40B4-BE49-F238E27FC236}">
                    <a16:creationId xmlns:a16="http://schemas.microsoft.com/office/drawing/2014/main" id="{D3D0CD8C-E350-EEC8-EE47-550106AF4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17" y="5081076"/>
                <a:ext cx="268510" cy="276999"/>
              </a:xfrm>
              <a:prstGeom prst="rect">
                <a:avLst/>
              </a:prstGeom>
              <a:blipFill>
                <a:blip r:embed="rId24"/>
                <a:stretch>
                  <a:fillRect l="-31111" r="-71111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0">
                <a:extLst>
                  <a:ext uri="{FF2B5EF4-FFF2-40B4-BE49-F238E27FC236}">
                    <a16:creationId xmlns:a16="http://schemas.microsoft.com/office/drawing/2014/main" id="{2B16E40C-27D8-340C-4493-C9FC49E5CFFA}"/>
                  </a:ext>
                </a:extLst>
              </p:cNvPr>
              <p:cNvSpPr txBox="1"/>
              <p:nvPr/>
            </p:nvSpPr>
            <p:spPr>
              <a:xfrm>
                <a:off x="731450" y="4028372"/>
                <a:ext cx="286425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4" name="TextBox 10">
                <a:extLst>
                  <a:ext uri="{FF2B5EF4-FFF2-40B4-BE49-F238E27FC236}">
                    <a16:creationId xmlns:a16="http://schemas.microsoft.com/office/drawing/2014/main" id="{2B16E40C-27D8-340C-4493-C9FC49E5C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0" y="4028372"/>
                <a:ext cx="286425" cy="41043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0">
                <a:extLst>
                  <a:ext uri="{FF2B5EF4-FFF2-40B4-BE49-F238E27FC236}">
                    <a16:creationId xmlns:a16="http://schemas.microsoft.com/office/drawing/2014/main" id="{62E899F2-2158-A42D-2B47-29F2D7487AEC}"/>
                  </a:ext>
                </a:extLst>
              </p:cNvPr>
              <p:cNvSpPr txBox="1"/>
              <p:nvPr/>
            </p:nvSpPr>
            <p:spPr>
              <a:xfrm>
                <a:off x="1053199" y="5550480"/>
                <a:ext cx="286425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5" name="TextBox 10">
                <a:extLst>
                  <a:ext uri="{FF2B5EF4-FFF2-40B4-BE49-F238E27FC236}">
                    <a16:creationId xmlns:a16="http://schemas.microsoft.com/office/drawing/2014/main" id="{62E899F2-2158-A42D-2B47-29F2D7487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199" y="5550480"/>
                <a:ext cx="286425" cy="41043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Arrow Connector 61">
            <a:extLst>
              <a:ext uri="{FF2B5EF4-FFF2-40B4-BE49-F238E27FC236}">
                <a16:creationId xmlns:a16="http://schemas.microsoft.com/office/drawing/2014/main" id="{6A8FEC2F-EBFC-7233-BFF1-6D863F4D4D84}"/>
              </a:ext>
            </a:extLst>
          </p:cNvPr>
          <p:cNvCxnSpPr>
            <a:cxnSpLocks/>
          </p:cNvCxnSpPr>
          <p:nvPr/>
        </p:nvCxnSpPr>
        <p:spPr>
          <a:xfrm flipH="1">
            <a:off x="8425234" y="3710916"/>
            <a:ext cx="946286" cy="74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תיבת טקסט 156">
                <a:extLst>
                  <a:ext uri="{FF2B5EF4-FFF2-40B4-BE49-F238E27FC236}">
                    <a16:creationId xmlns:a16="http://schemas.microsoft.com/office/drawing/2014/main" id="{2F5DC83C-8F04-2479-0330-14E63EEC0700}"/>
                  </a:ext>
                </a:extLst>
              </p:cNvPr>
              <p:cNvSpPr txBox="1"/>
              <p:nvPr/>
            </p:nvSpPr>
            <p:spPr>
              <a:xfrm>
                <a:off x="2008235" y="2579896"/>
                <a:ext cx="762516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𝑑𝑎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800"/>
              </a:p>
            </p:txBody>
          </p:sp>
        </mc:Choice>
        <mc:Fallback xmlns="">
          <p:sp>
            <p:nvSpPr>
              <p:cNvPr id="157" name="תיבת טקסט 156">
                <a:extLst>
                  <a:ext uri="{FF2B5EF4-FFF2-40B4-BE49-F238E27FC236}">
                    <a16:creationId xmlns:a16="http://schemas.microsoft.com/office/drawing/2014/main" id="{2F5DC83C-8F04-2479-0330-14E63EEC0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235" y="2579896"/>
                <a:ext cx="762516" cy="52591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תיבת טקסט 157">
                <a:extLst>
                  <a:ext uri="{FF2B5EF4-FFF2-40B4-BE49-F238E27FC236}">
                    <a16:creationId xmlns:a16="http://schemas.microsoft.com/office/drawing/2014/main" id="{BCD79598-8059-14A5-65AA-B8F2840A9E84}"/>
                  </a:ext>
                </a:extLst>
              </p:cNvPr>
              <p:cNvSpPr txBox="1"/>
              <p:nvPr/>
            </p:nvSpPr>
            <p:spPr>
              <a:xfrm>
                <a:off x="2015551" y="3220221"/>
                <a:ext cx="762516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 sz="1800"/>
              </a:p>
            </p:txBody>
          </p:sp>
        </mc:Choice>
        <mc:Fallback xmlns="">
          <p:sp>
            <p:nvSpPr>
              <p:cNvPr id="158" name="תיבת טקסט 157">
                <a:extLst>
                  <a:ext uri="{FF2B5EF4-FFF2-40B4-BE49-F238E27FC236}">
                    <a16:creationId xmlns:a16="http://schemas.microsoft.com/office/drawing/2014/main" id="{BCD79598-8059-14A5-65AA-B8F2840A9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551" y="3220221"/>
                <a:ext cx="762516" cy="52591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תיבת טקסט 161">
                <a:extLst>
                  <a:ext uri="{FF2B5EF4-FFF2-40B4-BE49-F238E27FC236}">
                    <a16:creationId xmlns:a16="http://schemas.microsoft.com/office/drawing/2014/main" id="{512323E9-5432-36E7-C712-E404BBAB1027}"/>
                  </a:ext>
                </a:extLst>
              </p:cNvPr>
              <p:cNvSpPr txBox="1"/>
              <p:nvPr/>
            </p:nvSpPr>
            <p:spPr>
              <a:xfrm>
                <a:off x="1976540" y="5287318"/>
                <a:ext cx="89723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𝑑𝑑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800"/>
              </a:p>
            </p:txBody>
          </p:sp>
        </mc:Choice>
        <mc:Fallback xmlns="">
          <p:sp>
            <p:nvSpPr>
              <p:cNvPr id="162" name="תיבת טקסט 161">
                <a:extLst>
                  <a:ext uri="{FF2B5EF4-FFF2-40B4-BE49-F238E27FC236}">
                    <a16:creationId xmlns:a16="http://schemas.microsoft.com/office/drawing/2014/main" id="{512323E9-5432-36E7-C712-E404BBAB1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540" y="5287318"/>
                <a:ext cx="897233" cy="52591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תיבת טקסט 163">
                <a:extLst>
                  <a:ext uri="{FF2B5EF4-FFF2-40B4-BE49-F238E27FC236}">
                    <a16:creationId xmlns:a16="http://schemas.microsoft.com/office/drawing/2014/main" id="{0FAC5BE3-6D9E-4B06-6671-B5A19CADB4A5}"/>
                  </a:ext>
                </a:extLst>
              </p:cNvPr>
              <p:cNvSpPr txBox="1"/>
              <p:nvPr/>
            </p:nvSpPr>
            <p:spPr>
              <a:xfrm>
                <a:off x="5810349" y="3547683"/>
                <a:ext cx="745653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64" name="תיבת טקסט 163">
                <a:extLst>
                  <a:ext uri="{FF2B5EF4-FFF2-40B4-BE49-F238E27FC236}">
                    <a16:creationId xmlns:a16="http://schemas.microsoft.com/office/drawing/2014/main" id="{0FAC5BE3-6D9E-4B06-6671-B5A19CADB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349" y="3547683"/>
                <a:ext cx="745653" cy="525978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תיבת טקסט 164">
                <a:extLst>
                  <a:ext uri="{FF2B5EF4-FFF2-40B4-BE49-F238E27FC236}">
                    <a16:creationId xmlns:a16="http://schemas.microsoft.com/office/drawing/2014/main" id="{4337D50D-5896-372A-C023-233C2EAA1EFF}"/>
                  </a:ext>
                </a:extLst>
              </p:cNvPr>
              <p:cNvSpPr txBox="1"/>
              <p:nvPr/>
            </p:nvSpPr>
            <p:spPr>
              <a:xfrm>
                <a:off x="5800095" y="4213924"/>
                <a:ext cx="76713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𝑑𝑑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he-IL" sz="1800"/>
              </a:p>
            </p:txBody>
          </p:sp>
        </mc:Choice>
        <mc:Fallback xmlns="">
          <p:sp>
            <p:nvSpPr>
              <p:cNvPr id="165" name="תיבת טקסט 164">
                <a:extLst>
                  <a:ext uri="{FF2B5EF4-FFF2-40B4-BE49-F238E27FC236}">
                    <a16:creationId xmlns:a16="http://schemas.microsoft.com/office/drawing/2014/main" id="{4337D50D-5896-372A-C023-233C2EAA1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095" y="4213924"/>
                <a:ext cx="767133" cy="525913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0">
                <a:extLst>
                  <a:ext uri="{FF2B5EF4-FFF2-40B4-BE49-F238E27FC236}">
                    <a16:creationId xmlns:a16="http://schemas.microsoft.com/office/drawing/2014/main" id="{E7EAC43A-F29C-298B-49B4-95BE0B8200D1}"/>
                  </a:ext>
                </a:extLst>
              </p:cNvPr>
              <p:cNvSpPr txBox="1"/>
              <p:nvPr/>
            </p:nvSpPr>
            <p:spPr>
              <a:xfrm>
                <a:off x="5106306" y="4042144"/>
                <a:ext cx="304186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1" name="TextBox 10">
                <a:extLst>
                  <a:ext uri="{FF2B5EF4-FFF2-40B4-BE49-F238E27FC236}">
                    <a16:creationId xmlns:a16="http://schemas.microsoft.com/office/drawing/2014/main" id="{E7EAC43A-F29C-298B-49B4-95BE0B820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06" y="4042144"/>
                <a:ext cx="304186" cy="41043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30">
            <a:extLst>
              <a:ext uri="{FF2B5EF4-FFF2-40B4-BE49-F238E27FC236}">
                <a16:creationId xmlns:a16="http://schemas.microsoft.com/office/drawing/2014/main" id="{AA418673-C711-D62C-4737-5E0C7375C13A}"/>
              </a:ext>
            </a:extLst>
          </p:cNvPr>
          <p:cNvCxnSpPr>
            <a:cxnSpLocks/>
          </p:cNvCxnSpPr>
          <p:nvPr/>
        </p:nvCxnSpPr>
        <p:spPr>
          <a:xfrm flipV="1">
            <a:off x="4674986" y="4098832"/>
            <a:ext cx="998624" cy="81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61">
            <a:extLst>
              <a:ext uri="{FF2B5EF4-FFF2-40B4-BE49-F238E27FC236}">
                <a16:creationId xmlns:a16="http://schemas.microsoft.com/office/drawing/2014/main" id="{477A22D9-E8A1-D7FA-5F28-836704218365}"/>
              </a:ext>
            </a:extLst>
          </p:cNvPr>
          <p:cNvCxnSpPr>
            <a:cxnSpLocks/>
          </p:cNvCxnSpPr>
          <p:nvPr/>
        </p:nvCxnSpPr>
        <p:spPr>
          <a:xfrm flipH="1">
            <a:off x="4693444" y="4200814"/>
            <a:ext cx="1024737" cy="845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0">
                <a:extLst>
                  <a:ext uri="{FF2B5EF4-FFF2-40B4-BE49-F238E27FC236}">
                    <a16:creationId xmlns:a16="http://schemas.microsoft.com/office/drawing/2014/main" id="{D0F15B01-D231-15C4-0D1D-7FEF8DD7A2DB}"/>
                  </a:ext>
                </a:extLst>
              </p:cNvPr>
              <p:cNvSpPr txBox="1"/>
              <p:nvPr/>
            </p:nvSpPr>
            <p:spPr>
              <a:xfrm>
                <a:off x="5351877" y="3079965"/>
                <a:ext cx="26250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0" name="TextBox 10">
                <a:extLst>
                  <a:ext uri="{FF2B5EF4-FFF2-40B4-BE49-F238E27FC236}">
                    <a16:creationId xmlns:a16="http://schemas.microsoft.com/office/drawing/2014/main" id="{D0F15B01-D231-15C4-0D1D-7FEF8DD7A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877" y="3079965"/>
                <a:ext cx="262508" cy="41043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תיבת טקסט 181">
                <a:extLst>
                  <a:ext uri="{FF2B5EF4-FFF2-40B4-BE49-F238E27FC236}">
                    <a16:creationId xmlns:a16="http://schemas.microsoft.com/office/drawing/2014/main" id="{F57E89BB-13E8-1A95-4B81-E9F6425834F1}"/>
                  </a:ext>
                </a:extLst>
              </p:cNvPr>
              <p:cNvSpPr txBox="1"/>
              <p:nvPr/>
            </p:nvSpPr>
            <p:spPr>
              <a:xfrm>
                <a:off x="9814027" y="3651853"/>
                <a:ext cx="74565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82" name="תיבת טקסט 181">
                <a:extLst>
                  <a:ext uri="{FF2B5EF4-FFF2-40B4-BE49-F238E27FC236}">
                    <a16:creationId xmlns:a16="http://schemas.microsoft.com/office/drawing/2014/main" id="{F57E89BB-13E8-1A95-4B81-E9F64258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027" y="3651853"/>
                <a:ext cx="745653" cy="5203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0">
                <a:extLst>
                  <a:ext uri="{FF2B5EF4-FFF2-40B4-BE49-F238E27FC236}">
                    <a16:creationId xmlns:a16="http://schemas.microsoft.com/office/drawing/2014/main" id="{6F77D4D6-BFE6-F157-568A-A63E0025AC2D}"/>
                  </a:ext>
                </a:extLst>
              </p:cNvPr>
              <p:cNvSpPr txBox="1"/>
              <p:nvPr/>
            </p:nvSpPr>
            <p:spPr>
              <a:xfrm>
                <a:off x="8702388" y="3199906"/>
                <a:ext cx="27199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3" name="TextBox 10">
                <a:extLst>
                  <a:ext uri="{FF2B5EF4-FFF2-40B4-BE49-F238E27FC236}">
                    <a16:creationId xmlns:a16="http://schemas.microsoft.com/office/drawing/2014/main" id="{6F77D4D6-BFE6-F157-568A-A63E0025A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388" y="3199906"/>
                <a:ext cx="271998" cy="41043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Straight Arrow Connector 30">
            <a:extLst>
              <a:ext uri="{FF2B5EF4-FFF2-40B4-BE49-F238E27FC236}">
                <a16:creationId xmlns:a16="http://schemas.microsoft.com/office/drawing/2014/main" id="{B83F72DA-F434-B7C0-1313-F85B07C0A12C}"/>
              </a:ext>
            </a:extLst>
          </p:cNvPr>
          <p:cNvCxnSpPr>
            <a:cxnSpLocks/>
          </p:cNvCxnSpPr>
          <p:nvPr/>
        </p:nvCxnSpPr>
        <p:spPr>
          <a:xfrm flipV="1">
            <a:off x="11280335" y="3574658"/>
            <a:ext cx="634836" cy="1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0">
                <a:extLst>
                  <a:ext uri="{FF2B5EF4-FFF2-40B4-BE49-F238E27FC236}">
                    <a16:creationId xmlns:a16="http://schemas.microsoft.com/office/drawing/2014/main" id="{9E3E77C1-4907-F196-E392-341192BAD48E}"/>
                  </a:ext>
                </a:extLst>
              </p:cNvPr>
              <p:cNvSpPr txBox="1"/>
              <p:nvPr/>
            </p:nvSpPr>
            <p:spPr>
              <a:xfrm>
                <a:off x="11357728" y="3176085"/>
                <a:ext cx="29213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5" name="TextBox 10">
                <a:extLst>
                  <a:ext uri="{FF2B5EF4-FFF2-40B4-BE49-F238E27FC236}">
                    <a16:creationId xmlns:a16="http://schemas.microsoft.com/office/drawing/2014/main" id="{9E3E77C1-4907-F196-E392-341192BAD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28" y="3176085"/>
                <a:ext cx="292131" cy="41043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תיבת טקסט 185">
            <a:hlinkClick r:id="rId40"/>
            <a:extLst>
              <a:ext uri="{FF2B5EF4-FFF2-40B4-BE49-F238E27FC236}">
                <a16:creationId xmlns:a16="http://schemas.microsoft.com/office/drawing/2014/main" id="{093E8786-C1C9-1EAB-6D7B-6EBE8D842FDC}"/>
              </a:ext>
            </a:extLst>
          </p:cNvPr>
          <p:cNvSpPr txBox="1"/>
          <p:nvPr/>
        </p:nvSpPr>
        <p:spPr>
          <a:xfrm>
            <a:off x="8951469" y="6312417"/>
            <a:ext cx="235163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41"/>
              </a:rPr>
              <a:t>מחברת עם תרגיל כאן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025A61E4-E491-EBFD-374F-324FE4749F67}"/>
                  </a:ext>
                </a:extLst>
              </p:cNvPr>
              <p:cNvSpPr txBox="1"/>
              <p:nvPr/>
            </p:nvSpPr>
            <p:spPr>
              <a:xfrm>
                <a:off x="8709717" y="3782248"/>
                <a:ext cx="3160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025A61E4-E491-EBFD-374F-324FE4749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717" y="3782248"/>
                <a:ext cx="316048" cy="276999"/>
              </a:xfrm>
              <a:prstGeom prst="rect">
                <a:avLst/>
              </a:prstGeom>
              <a:blipFill>
                <a:blip r:embed="rId42"/>
                <a:stretch>
                  <a:fillRect l="-17308" r="-1538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01241735-3167-1459-251D-DA7B152328E6}"/>
                  </a:ext>
                </a:extLst>
              </p:cNvPr>
              <p:cNvSpPr txBox="1"/>
              <p:nvPr/>
            </p:nvSpPr>
            <p:spPr>
              <a:xfrm>
                <a:off x="51017" y="1740762"/>
                <a:ext cx="12186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01241735-3167-1459-251D-DA7B15232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" y="1740762"/>
                <a:ext cx="1218667" cy="276999"/>
              </a:xfrm>
              <a:prstGeom prst="rect">
                <a:avLst/>
              </a:prstGeom>
              <a:blipFill>
                <a:blip r:embed="rId43"/>
                <a:stretch>
                  <a:fillRect l="-4000" r="-3500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6A1765AB-9685-9315-7D6A-B84563CD47E6}"/>
                  </a:ext>
                </a:extLst>
              </p:cNvPr>
              <p:cNvSpPr txBox="1"/>
              <p:nvPr/>
            </p:nvSpPr>
            <p:spPr>
              <a:xfrm>
                <a:off x="5123679" y="3523509"/>
                <a:ext cx="3102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6A1765AB-9685-9315-7D6A-B84563CD4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679" y="3523509"/>
                <a:ext cx="310278" cy="276999"/>
              </a:xfrm>
              <a:prstGeom prst="rect">
                <a:avLst/>
              </a:prstGeom>
              <a:blipFill>
                <a:blip r:embed="rId44"/>
                <a:stretch>
                  <a:fillRect l="-17647" r="-13725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2FFEC553-DAE6-0A90-1CCE-F8B57D74BC49}"/>
                  </a:ext>
                </a:extLst>
              </p:cNvPr>
              <p:cNvSpPr txBox="1"/>
              <p:nvPr/>
            </p:nvSpPr>
            <p:spPr>
              <a:xfrm>
                <a:off x="5126490" y="4671903"/>
                <a:ext cx="3375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𝑑𝑑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2FFEC553-DAE6-0A90-1CCE-F8B57D74B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490" y="4671903"/>
                <a:ext cx="337528" cy="276999"/>
              </a:xfrm>
              <a:prstGeom prst="rect">
                <a:avLst/>
              </a:prstGeom>
              <a:blipFill>
                <a:blip r:embed="rId45"/>
                <a:stretch>
                  <a:fillRect l="-16364" r="-1454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8719C816-CE04-234A-C343-4B6512D27044}"/>
                  </a:ext>
                </a:extLst>
              </p:cNvPr>
              <p:cNvSpPr txBox="1"/>
              <p:nvPr/>
            </p:nvSpPr>
            <p:spPr>
              <a:xfrm>
                <a:off x="185272" y="6173917"/>
                <a:ext cx="22409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𝑑𝑑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8719C816-CE04-234A-C343-4B6512D27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2" y="6173917"/>
                <a:ext cx="2240934" cy="276999"/>
              </a:xfrm>
              <a:prstGeom prst="rect">
                <a:avLst/>
              </a:prstGeom>
              <a:blipFill>
                <a:blip r:embed="rId46"/>
                <a:stretch>
                  <a:fillRect l="-1902" r="-1630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414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0E6218D7-9FD8-26FB-CE83-5650C0D6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0ab643f04_0_3">
            <a:extLst>
              <a:ext uri="{FF2B5EF4-FFF2-40B4-BE49-F238E27FC236}">
                <a16:creationId xmlns:a16="http://schemas.microsoft.com/office/drawing/2014/main" id="{26B57B20-DB44-A969-8916-9E2639FA3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400" y="1"/>
            <a:ext cx="12033600" cy="77921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he-IL" dirty="0">
                <a:latin typeface="+mj-lt"/>
              </a:rPr>
              <a:t>תרגיל גרף חישוב – תרגיל 2</a:t>
            </a:r>
            <a:endParaRPr dirty="0"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4465A0-4971-CF08-B480-69594DAB30B5}"/>
              </a:ext>
            </a:extLst>
          </p:cNvPr>
          <p:cNvSpPr/>
          <p:nvPr/>
        </p:nvSpPr>
        <p:spPr>
          <a:xfrm>
            <a:off x="1768570" y="1972028"/>
            <a:ext cx="3013823" cy="19517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FA3D9A-DB85-AA9D-3E76-1C339A57EA85}"/>
                  </a:ext>
                </a:extLst>
              </p:cNvPr>
              <p:cNvSpPr txBox="1"/>
              <p:nvPr/>
            </p:nvSpPr>
            <p:spPr>
              <a:xfrm>
                <a:off x="2151098" y="2054410"/>
                <a:ext cx="1256690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667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FA3D9A-DB85-AA9D-3E76-1C339A57E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098" y="2054410"/>
                <a:ext cx="1256690" cy="4104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F8D9FEC-65DD-6A95-7E44-458BCCA295AB}"/>
                  </a:ext>
                </a:extLst>
              </p:cNvPr>
              <p:cNvSpPr/>
              <p:nvPr/>
            </p:nvSpPr>
            <p:spPr>
              <a:xfrm>
                <a:off x="30908" y="2071548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C029103-830F-392B-28A2-1F0857A12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" y="2071548"/>
                <a:ext cx="487675" cy="4808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9502A26-3AF3-2961-F284-2B77CF837C4E}"/>
                  </a:ext>
                </a:extLst>
              </p:cNvPr>
              <p:cNvSpPr/>
              <p:nvPr/>
            </p:nvSpPr>
            <p:spPr>
              <a:xfrm>
                <a:off x="30907" y="5604267"/>
                <a:ext cx="487675" cy="48088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E30531B-80F8-A0CD-5E35-34000D88B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7" y="5604267"/>
                <a:ext cx="487675" cy="4808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8F1C04-1576-61E2-0328-E6E607CE281E}"/>
              </a:ext>
            </a:extLst>
          </p:cNvPr>
          <p:cNvCxnSpPr>
            <a:cxnSpLocks/>
          </p:cNvCxnSpPr>
          <p:nvPr/>
        </p:nvCxnSpPr>
        <p:spPr>
          <a:xfrm flipV="1">
            <a:off x="376996" y="3092539"/>
            <a:ext cx="1334833" cy="2457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83F73D-50DE-646F-7FB3-2D72A8A2FFF8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69364" y="2461489"/>
            <a:ext cx="1299206" cy="486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186D1B7-E402-888A-27F1-63E85ABECF50}"/>
              </a:ext>
            </a:extLst>
          </p:cNvPr>
          <p:cNvCxnSpPr>
            <a:cxnSpLocks/>
          </p:cNvCxnSpPr>
          <p:nvPr/>
        </p:nvCxnSpPr>
        <p:spPr>
          <a:xfrm flipV="1">
            <a:off x="9617698" y="7444219"/>
            <a:ext cx="1138312" cy="787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8C955ED-4885-B117-D73B-663208070E51}"/>
              </a:ext>
            </a:extLst>
          </p:cNvPr>
          <p:cNvCxnSpPr>
            <a:cxnSpLocks/>
          </p:cNvCxnSpPr>
          <p:nvPr/>
        </p:nvCxnSpPr>
        <p:spPr>
          <a:xfrm>
            <a:off x="13405451" y="6781299"/>
            <a:ext cx="3965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2BBFAF5-FED0-5661-CF31-E19BC02DF169}"/>
                  </a:ext>
                </a:extLst>
              </p:cNvPr>
              <p:cNvSpPr txBox="1"/>
              <p:nvPr/>
            </p:nvSpPr>
            <p:spPr>
              <a:xfrm>
                <a:off x="10127286" y="7818111"/>
                <a:ext cx="27199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A3CE696-644A-1780-C1E4-17D99CAEC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286" y="7818111"/>
                <a:ext cx="271998" cy="4104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64BEA8-ACCC-54E1-1777-2DF8D53FDC26}"/>
                  </a:ext>
                </a:extLst>
              </p:cNvPr>
              <p:cNvSpPr txBox="1"/>
              <p:nvPr/>
            </p:nvSpPr>
            <p:spPr>
              <a:xfrm>
                <a:off x="13506323" y="6239483"/>
                <a:ext cx="29213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DE3486-501F-EF73-3FDC-671573B34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6323" y="6239483"/>
                <a:ext cx="292131" cy="4104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EC53714-B989-491E-2CB6-EC0927566C58}"/>
                  </a:ext>
                </a:extLst>
              </p:cNvPr>
              <p:cNvSpPr txBox="1"/>
              <p:nvPr/>
            </p:nvSpPr>
            <p:spPr>
              <a:xfrm>
                <a:off x="11170842" y="6980373"/>
                <a:ext cx="853823" cy="58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C5A72E7-9598-D9F7-0D60-7F896B0F3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842" y="6980373"/>
                <a:ext cx="853823" cy="5852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93CA4C3-5445-ADF2-7944-4D60A7AF429D}"/>
              </a:ext>
            </a:extLst>
          </p:cNvPr>
          <p:cNvCxnSpPr>
            <a:cxnSpLocks/>
          </p:cNvCxnSpPr>
          <p:nvPr/>
        </p:nvCxnSpPr>
        <p:spPr>
          <a:xfrm flipH="1">
            <a:off x="9642773" y="7285478"/>
            <a:ext cx="1088163" cy="757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283F53-B520-B0C9-3C17-6AE7329EB735}"/>
                  </a:ext>
                </a:extLst>
              </p:cNvPr>
              <p:cNvSpPr txBox="1"/>
              <p:nvPr/>
            </p:nvSpPr>
            <p:spPr>
              <a:xfrm>
                <a:off x="9914252" y="7318082"/>
                <a:ext cx="316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0A6CF91-E545-E73C-3996-CC893CF00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252" y="7318082"/>
                <a:ext cx="316049" cy="276999"/>
              </a:xfrm>
              <a:prstGeom prst="rect">
                <a:avLst/>
              </a:prstGeom>
              <a:blipFill>
                <a:blip r:embed="rId10"/>
                <a:stretch>
                  <a:fillRect l="-17308" r="-1538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02AFDB9-0221-811C-0BDE-876683BF420C}"/>
              </a:ext>
            </a:extLst>
          </p:cNvPr>
          <p:cNvCxnSpPr>
            <a:cxnSpLocks/>
          </p:cNvCxnSpPr>
          <p:nvPr/>
        </p:nvCxnSpPr>
        <p:spPr>
          <a:xfrm flipH="1">
            <a:off x="448607" y="3062388"/>
            <a:ext cx="1347473" cy="25930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80">
            <a:extLst>
              <a:ext uri="{FF2B5EF4-FFF2-40B4-BE49-F238E27FC236}">
                <a16:creationId xmlns:a16="http://schemas.microsoft.com/office/drawing/2014/main" id="{5DCBBA10-969A-91DB-4322-AD5D49BE76F9}"/>
              </a:ext>
            </a:extLst>
          </p:cNvPr>
          <p:cNvCxnSpPr>
            <a:cxnSpLocks/>
          </p:cNvCxnSpPr>
          <p:nvPr/>
        </p:nvCxnSpPr>
        <p:spPr>
          <a:xfrm flipH="1" flipV="1">
            <a:off x="380518" y="2545164"/>
            <a:ext cx="1372223" cy="5364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79">
                <a:extLst>
                  <a:ext uri="{FF2B5EF4-FFF2-40B4-BE49-F238E27FC236}">
                    <a16:creationId xmlns:a16="http://schemas.microsoft.com/office/drawing/2014/main" id="{5EA0E6A8-511E-AF4B-1D97-293AF24CE640}"/>
                  </a:ext>
                </a:extLst>
              </p:cNvPr>
              <p:cNvSpPr txBox="1"/>
              <p:nvPr/>
            </p:nvSpPr>
            <p:spPr>
              <a:xfrm>
                <a:off x="709029" y="2731628"/>
                <a:ext cx="2685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79">
                <a:extLst>
                  <a:ext uri="{FF2B5EF4-FFF2-40B4-BE49-F238E27FC236}">
                    <a16:creationId xmlns:a16="http://schemas.microsoft.com/office/drawing/2014/main" id="{58F56656-7ED8-DDE9-4491-A9F4E7AA8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29" y="2731628"/>
                <a:ext cx="268510" cy="276999"/>
              </a:xfrm>
              <a:prstGeom prst="rect">
                <a:avLst/>
              </a:prstGeom>
              <a:blipFill>
                <a:blip r:embed="rId11"/>
                <a:stretch>
                  <a:fillRect l="-31818" r="-2954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E2872902-660C-391A-8A83-500838808705}"/>
                  </a:ext>
                </a:extLst>
              </p:cNvPr>
              <p:cNvSpPr txBox="1"/>
              <p:nvPr/>
            </p:nvSpPr>
            <p:spPr>
              <a:xfrm>
                <a:off x="3088533" y="2705889"/>
                <a:ext cx="871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=?∗?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E2872902-660C-391A-8A83-500838808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533" y="2705889"/>
                <a:ext cx="871264" cy="276999"/>
              </a:xfrm>
              <a:prstGeom prst="rect">
                <a:avLst/>
              </a:prstGeom>
              <a:blipFill>
                <a:blip r:embed="rId12"/>
                <a:stretch>
                  <a:fillRect l="-5594" r="-4895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CDDB917D-BA0B-3F5F-61E4-C60852DB1D55}"/>
                  </a:ext>
                </a:extLst>
              </p:cNvPr>
              <p:cNvSpPr txBox="1"/>
              <p:nvPr/>
            </p:nvSpPr>
            <p:spPr>
              <a:xfrm>
                <a:off x="3093834" y="3405122"/>
                <a:ext cx="112293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=?∗?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24" name="תיבת טקסט 23">
                <a:extLst>
                  <a:ext uri="{FF2B5EF4-FFF2-40B4-BE49-F238E27FC236}">
                    <a16:creationId xmlns:a16="http://schemas.microsoft.com/office/drawing/2014/main" id="{CDDB917D-BA0B-3F5F-61E4-C60852DB1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34" y="3405122"/>
                <a:ext cx="1122936" cy="288477"/>
              </a:xfrm>
              <a:prstGeom prst="rect">
                <a:avLst/>
              </a:prstGeom>
              <a:blipFill>
                <a:blip r:embed="rId13"/>
                <a:stretch>
                  <a:fillRect l="-4348" t="-4255" r="-3804" b="-106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C6B4C5A2-275E-F635-E7D6-3827DB1DF475}"/>
                  </a:ext>
                </a:extLst>
              </p:cNvPr>
              <p:cNvSpPr txBox="1"/>
              <p:nvPr/>
            </p:nvSpPr>
            <p:spPr>
              <a:xfrm>
                <a:off x="651499" y="5319977"/>
                <a:ext cx="22762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DDD3D7DC-67E2-0DE8-0740-2CFC309A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99" y="5319977"/>
                <a:ext cx="227626" cy="215444"/>
              </a:xfrm>
              <a:prstGeom prst="rect">
                <a:avLst/>
              </a:prstGeom>
              <a:blipFill>
                <a:blip r:embed="rId14"/>
                <a:stretch>
                  <a:fillRect l="-24324" r="-21622" b="-2571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7">
            <a:extLst>
              <a:ext uri="{FF2B5EF4-FFF2-40B4-BE49-F238E27FC236}">
                <a16:creationId xmlns:a16="http://schemas.microsoft.com/office/drawing/2014/main" id="{832B4D71-7BE0-7C00-F68D-228D8A151051}"/>
              </a:ext>
            </a:extLst>
          </p:cNvPr>
          <p:cNvSpPr/>
          <p:nvPr/>
        </p:nvSpPr>
        <p:spPr>
          <a:xfrm>
            <a:off x="1755168" y="4671903"/>
            <a:ext cx="2906182" cy="141325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10">
                <a:extLst>
                  <a:ext uri="{FF2B5EF4-FFF2-40B4-BE49-F238E27FC236}">
                    <a16:creationId xmlns:a16="http://schemas.microsoft.com/office/drawing/2014/main" id="{40F52F67-4B08-84D2-FF10-E7556FD30956}"/>
                  </a:ext>
                </a:extLst>
              </p:cNvPr>
              <p:cNvSpPr txBox="1"/>
              <p:nvPr/>
            </p:nvSpPr>
            <p:spPr>
              <a:xfrm>
                <a:off x="2137695" y="4754284"/>
                <a:ext cx="1102610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667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10">
                <a:extLst>
                  <a:ext uri="{FF2B5EF4-FFF2-40B4-BE49-F238E27FC236}">
                    <a16:creationId xmlns:a16="http://schemas.microsoft.com/office/drawing/2014/main" id="{40F52F67-4B08-84D2-FF10-E7556FD30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695" y="4754284"/>
                <a:ext cx="1102610" cy="41043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CBE93C7B-37F9-FB40-540A-349B41EACC06}"/>
                  </a:ext>
                </a:extLst>
              </p:cNvPr>
              <p:cNvSpPr txBox="1"/>
              <p:nvPr/>
            </p:nvSpPr>
            <p:spPr>
              <a:xfrm>
                <a:off x="2969377" y="5430918"/>
                <a:ext cx="112293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=?∗?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41" name="תיבת טקסט 40">
                <a:extLst>
                  <a:ext uri="{FF2B5EF4-FFF2-40B4-BE49-F238E27FC236}">
                    <a16:creationId xmlns:a16="http://schemas.microsoft.com/office/drawing/2014/main" id="{CBE93C7B-37F9-FB40-540A-349B41EAC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377" y="5430918"/>
                <a:ext cx="1122936" cy="288477"/>
              </a:xfrm>
              <a:prstGeom prst="rect">
                <a:avLst/>
              </a:prstGeom>
              <a:blipFill>
                <a:blip r:embed="rId16"/>
                <a:stretch>
                  <a:fillRect l="-4348" t="-4255" r="-4348" b="-106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: Rounded Corners 7">
            <a:extLst>
              <a:ext uri="{FF2B5EF4-FFF2-40B4-BE49-F238E27FC236}">
                <a16:creationId xmlns:a16="http://schemas.microsoft.com/office/drawing/2014/main" id="{0F9FF5AF-477A-B0B4-CCA1-073BFB82569C}"/>
              </a:ext>
            </a:extLst>
          </p:cNvPr>
          <p:cNvSpPr/>
          <p:nvPr/>
        </p:nvSpPr>
        <p:spPr>
          <a:xfrm>
            <a:off x="5689306" y="2944857"/>
            <a:ext cx="2735928" cy="19517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10">
                <a:extLst>
                  <a:ext uri="{FF2B5EF4-FFF2-40B4-BE49-F238E27FC236}">
                    <a16:creationId xmlns:a16="http://schemas.microsoft.com/office/drawing/2014/main" id="{E53BF23A-8DAB-DC66-7C0D-017C3F8ABA12}"/>
                  </a:ext>
                </a:extLst>
              </p:cNvPr>
              <p:cNvSpPr txBox="1"/>
              <p:nvPr/>
            </p:nvSpPr>
            <p:spPr>
              <a:xfrm>
                <a:off x="6193915" y="3067086"/>
                <a:ext cx="1222194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?+?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10">
                <a:extLst>
                  <a:ext uri="{FF2B5EF4-FFF2-40B4-BE49-F238E27FC236}">
                    <a16:creationId xmlns:a16="http://schemas.microsoft.com/office/drawing/2014/main" id="{E53BF23A-8DAB-DC66-7C0D-017C3F8AB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915" y="3067086"/>
                <a:ext cx="1222194" cy="41043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תיבת טקסט 66">
                <a:extLst>
                  <a:ext uri="{FF2B5EF4-FFF2-40B4-BE49-F238E27FC236}">
                    <a16:creationId xmlns:a16="http://schemas.microsoft.com/office/drawing/2014/main" id="{2AA9F501-8E88-5C74-4399-93CDDAA29DD0}"/>
                  </a:ext>
                </a:extLst>
              </p:cNvPr>
              <p:cNvSpPr txBox="1"/>
              <p:nvPr/>
            </p:nvSpPr>
            <p:spPr>
              <a:xfrm>
                <a:off x="6852354" y="3678353"/>
                <a:ext cx="8552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=?∗?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67" name="תיבת טקסט 66">
                <a:extLst>
                  <a:ext uri="{FF2B5EF4-FFF2-40B4-BE49-F238E27FC236}">
                    <a16:creationId xmlns:a16="http://schemas.microsoft.com/office/drawing/2014/main" id="{2AA9F501-8E88-5C74-4399-93CDDAA29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354" y="3678353"/>
                <a:ext cx="855298" cy="276999"/>
              </a:xfrm>
              <a:prstGeom prst="rect">
                <a:avLst/>
              </a:prstGeom>
              <a:blipFill>
                <a:blip r:embed="rId18"/>
                <a:stretch>
                  <a:fillRect l="-5714" r="-5714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תיבת טקסט 67">
                <a:extLst>
                  <a:ext uri="{FF2B5EF4-FFF2-40B4-BE49-F238E27FC236}">
                    <a16:creationId xmlns:a16="http://schemas.microsoft.com/office/drawing/2014/main" id="{F8971BBB-6237-3C3A-6BA2-A6BBCD9105D7}"/>
                  </a:ext>
                </a:extLst>
              </p:cNvPr>
              <p:cNvSpPr txBox="1"/>
              <p:nvPr/>
            </p:nvSpPr>
            <p:spPr>
              <a:xfrm>
                <a:off x="6838728" y="4360767"/>
                <a:ext cx="882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𝑑𝑑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=?∗?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68" name="תיבת טקסט 67">
                <a:extLst>
                  <a:ext uri="{FF2B5EF4-FFF2-40B4-BE49-F238E27FC236}">
                    <a16:creationId xmlns:a16="http://schemas.microsoft.com/office/drawing/2014/main" id="{F8971BBB-6237-3C3A-6BA2-A6BBCD910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728" y="4360767"/>
                <a:ext cx="882549" cy="276999"/>
              </a:xfrm>
              <a:prstGeom prst="rect">
                <a:avLst/>
              </a:prstGeom>
              <a:blipFill>
                <a:blip r:embed="rId19"/>
                <a:stretch>
                  <a:fillRect l="-5517" r="-4828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">
            <a:extLst>
              <a:ext uri="{FF2B5EF4-FFF2-40B4-BE49-F238E27FC236}">
                <a16:creationId xmlns:a16="http://schemas.microsoft.com/office/drawing/2014/main" id="{B6853ED0-5580-6DE6-24D2-005C7496DC24}"/>
              </a:ext>
            </a:extLst>
          </p:cNvPr>
          <p:cNvSpPr/>
          <p:nvPr/>
        </p:nvSpPr>
        <p:spPr>
          <a:xfrm>
            <a:off x="9356087" y="3041890"/>
            <a:ext cx="1924210" cy="167430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6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10">
                <a:extLst>
                  <a:ext uri="{FF2B5EF4-FFF2-40B4-BE49-F238E27FC236}">
                    <a16:creationId xmlns:a16="http://schemas.microsoft.com/office/drawing/2014/main" id="{5672B679-1FA3-058C-9834-03AA1F2FC09E}"/>
                  </a:ext>
                </a:extLst>
              </p:cNvPr>
              <p:cNvSpPr txBox="1"/>
              <p:nvPr/>
            </p:nvSpPr>
            <p:spPr>
              <a:xfrm>
                <a:off x="9427223" y="3106544"/>
                <a:ext cx="78624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667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10">
                <a:extLst>
                  <a:ext uri="{FF2B5EF4-FFF2-40B4-BE49-F238E27FC236}">
                    <a16:creationId xmlns:a16="http://schemas.microsoft.com/office/drawing/2014/main" id="{5672B679-1FA3-058C-9834-03AA1F2FC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223" y="3106544"/>
                <a:ext cx="786241" cy="41043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30">
            <a:extLst>
              <a:ext uri="{FF2B5EF4-FFF2-40B4-BE49-F238E27FC236}">
                <a16:creationId xmlns:a16="http://schemas.microsoft.com/office/drawing/2014/main" id="{62E372B2-3474-4F35-E3F6-195EAC921F6A}"/>
              </a:ext>
            </a:extLst>
          </p:cNvPr>
          <p:cNvCxnSpPr>
            <a:cxnSpLocks/>
          </p:cNvCxnSpPr>
          <p:nvPr/>
        </p:nvCxnSpPr>
        <p:spPr>
          <a:xfrm>
            <a:off x="4829154" y="3066889"/>
            <a:ext cx="816813" cy="467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30">
            <a:extLst>
              <a:ext uri="{FF2B5EF4-FFF2-40B4-BE49-F238E27FC236}">
                <a16:creationId xmlns:a16="http://schemas.microsoft.com/office/drawing/2014/main" id="{F87A5057-3BEC-98D4-110C-F1F05E33F28E}"/>
              </a:ext>
            </a:extLst>
          </p:cNvPr>
          <p:cNvCxnSpPr>
            <a:cxnSpLocks/>
          </p:cNvCxnSpPr>
          <p:nvPr/>
        </p:nvCxnSpPr>
        <p:spPr>
          <a:xfrm flipV="1">
            <a:off x="8445503" y="3547683"/>
            <a:ext cx="910546" cy="25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28">
            <a:extLst>
              <a:ext uri="{FF2B5EF4-FFF2-40B4-BE49-F238E27FC236}">
                <a16:creationId xmlns:a16="http://schemas.microsoft.com/office/drawing/2014/main" id="{0B0E5A36-E203-A2FD-A30E-83036AB8146E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541686" y="5378530"/>
            <a:ext cx="1213482" cy="34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83">
            <a:extLst>
              <a:ext uri="{FF2B5EF4-FFF2-40B4-BE49-F238E27FC236}">
                <a16:creationId xmlns:a16="http://schemas.microsoft.com/office/drawing/2014/main" id="{47224F38-2E94-3891-3105-0FD060CA94B1}"/>
              </a:ext>
            </a:extLst>
          </p:cNvPr>
          <p:cNvCxnSpPr>
            <a:cxnSpLocks/>
            <a:endCxn id="27" idx="7"/>
          </p:cNvCxnSpPr>
          <p:nvPr/>
        </p:nvCxnSpPr>
        <p:spPr>
          <a:xfrm flipH="1">
            <a:off x="447164" y="5226556"/>
            <a:ext cx="1274987" cy="448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61">
            <a:extLst>
              <a:ext uri="{FF2B5EF4-FFF2-40B4-BE49-F238E27FC236}">
                <a16:creationId xmlns:a16="http://schemas.microsoft.com/office/drawing/2014/main" id="{48A09A40-8346-2057-A062-1AFA8231F040}"/>
              </a:ext>
            </a:extLst>
          </p:cNvPr>
          <p:cNvCxnSpPr>
            <a:cxnSpLocks/>
          </p:cNvCxnSpPr>
          <p:nvPr/>
        </p:nvCxnSpPr>
        <p:spPr>
          <a:xfrm flipH="1" flipV="1">
            <a:off x="4834004" y="3200975"/>
            <a:ext cx="774901" cy="4610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0">
                <a:extLst>
                  <a:ext uri="{FF2B5EF4-FFF2-40B4-BE49-F238E27FC236}">
                    <a16:creationId xmlns:a16="http://schemas.microsoft.com/office/drawing/2014/main" id="{BAA5173F-9E25-2DA6-F9DF-EB6A156056F5}"/>
                  </a:ext>
                </a:extLst>
              </p:cNvPr>
              <p:cNvSpPr txBox="1"/>
              <p:nvPr/>
            </p:nvSpPr>
            <p:spPr>
              <a:xfrm>
                <a:off x="778733" y="2175797"/>
                <a:ext cx="293670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0" name="TextBox 10">
                <a:extLst>
                  <a:ext uri="{FF2B5EF4-FFF2-40B4-BE49-F238E27FC236}">
                    <a16:creationId xmlns:a16="http://schemas.microsoft.com/office/drawing/2014/main" id="{99D3AE62-B618-8244-E1D0-B4F92211B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33" y="2175797"/>
                <a:ext cx="293670" cy="41043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79">
                <a:extLst>
                  <a:ext uri="{FF2B5EF4-FFF2-40B4-BE49-F238E27FC236}">
                    <a16:creationId xmlns:a16="http://schemas.microsoft.com/office/drawing/2014/main" id="{D243AD6B-2848-AF42-39D1-59A9927DFE1C}"/>
                  </a:ext>
                </a:extLst>
              </p:cNvPr>
              <p:cNvSpPr txBox="1"/>
              <p:nvPr/>
            </p:nvSpPr>
            <p:spPr>
              <a:xfrm>
                <a:off x="1166463" y="4220430"/>
                <a:ext cx="2685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TextBox 79">
                <a:extLst>
                  <a:ext uri="{FF2B5EF4-FFF2-40B4-BE49-F238E27FC236}">
                    <a16:creationId xmlns:a16="http://schemas.microsoft.com/office/drawing/2014/main" id="{DB362926-1C68-8664-8879-BC94E910F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463" y="4220430"/>
                <a:ext cx="268510" cy="276999"/>
              </a:xfrm>
              <a:prstGeom prst="rect">
                <a:avLst/>
              </a:prstGeom>
              <a:blipFill>
                <a:blip r:embed="rId23"/>
                <a:stretch>
                  <a:fillRect l="-31818" r="-75000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79">
                <a:extLst>
                  <a:ext uri="{FF2B5EF4-FFF2-40B4-BE49-F238E27FC236}">
                    <a16:creationId xmlns:a16="http://schemas.microsoft.com/office/drawing/2014/main" id="{2DC491AB-C5BB-8745-2D66-B5E3D019D3B8}"/>
                  </a:ext>
                </a:extLst>
              </p:cNvPr>
              <p:cNvSpPr txBox="1"/>
              <p:nvPr/>
            </p:nvSpPr>
            <p:spPr>
              <a:xfrm>
                <a:off x="1082017" y="5081076"/>
                <a:ext cx="2685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" name="TextBox 79">
                <a:extLst>
                  <a:ext uri="{FF2B5EF4-FFF2-40B4-BE49-F238E27FC236}">
                    <a16:creationId xmlns:a16="http://schemas.microsoft.com/office/drawing/2014/main" id="{D3D0CD8C-E350-EEC8-EE47-550106AF4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017" y="5081076"/>
                <a:ext cx="268510" cy="276999"/>
              </a:xfrm>
              <a:prstGeom prst="rect">
                <a:avLst/>
              </a:prstGeom>
              <a:blipFill>
                <a:blip r:embed="rId24"/>
                <a:stretch>
                  <a:fillRect l="-31111" r="-71111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0">
                <a:extLst>
                  <a:ext uri="{FF2B5EF4-FFF2-40B4-BE49-F238E27FC236}">
                    <a16:creationId xmlns:a16="http://schemas.microsoft.com/office/drawing/2014/main" id="{07456BC7-44F8-D2B6-65EC-7B6A6C9FDDAC}"/>
                  </a:ext>
                </a:extLst>
              </p:cNvPr>
              <p:cNvSpPr txBox="1"/>
              <p:nvPr/>
            </p:nvSpPr>
            <p:spPr>
              <a:xfrm>
                <a:off x="731450" y="4028372"/>
                <a:ext cx="286425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4" name="TextBox 10">
                <a:extLst>
                  <a:ext uri="{FF2B5EF4-FFF2-40B4-BE49-F238E27FC236}">
                    <a16:creationId xmlns:a16="http://schemas.microsoft.com/office/drawing/2014/main" id="{2B16E40C-27D8-340C-4493-C9FC49E5C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0" y="4028372"/>
                <a:ext cx="286425" cy="41043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0">
                <a:extLst>
                  <a:ext uri="{FF2B5EF4-FFF2-40B4-BE49-F238E27FC236}">
                    <a16:creationId xmlns:a16="http://schemas.microsoft.com/office/drawing/2014/main" id="{8D1A233E-250F-2E3D-1ABF-1C14A0E1C62A}"/>
                  </a:ext>
                </a:extLst>
              </p:cNvPr>
              <p:cNvSpPr txBox="1"/>
              <p:nvPr/>
            </p:nvSpPr>
            <p:spPr>
              <a:xfrm>
                <a:off x="1053199" y="5550480"/>
                <a:ext cx="286425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5" name="TextBox 10">
                <a:extLst>
                  <a:ext uri="{FF2B5EF4-FFF2-40B4-BE49-F238E27FC236}">
                    <a16:creationId xmlns:a16="http://schemas.microsoft.com/office/drawing/2014/main" id="{62E899F2-2158-A42D-2B47-29F2D7487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199" y="5550480"/>
                <a:ext cx="286425" cy="41043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Straight Arrow Connector 61">
            <a:extLst>
              <a:ext uri="{FF2B5EF4-FFF2-40B4-BE49-F238E27FC236}">
                <a16:creationId xmlns:a16="http://schemas.microsoft.com/office/drawing/2014/main" id="{EEC67BF8-00D2-0589-AC9B-0858B014BD89}"/>
              </a:ext>
            </a:extLst>
          </p:cNvPr>
          <p:cNvCxnSpPr>
            <a:cxnSpLocks/>
          </p:cNvCxnSpPr>
          <p:nvPr/>
        </p:nvCxnSpPr>
        <p:spPr>
          <a:xfrm flipH="1">
            <a:off x="8425234" y="3710916"/>
            <a:ext cx="946286" cy="74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תיבת טקסט 156">
                <a:extLst>
                  <a:ext uri="{FF2B5EF4-FFF2-40B4-BE49-F238E27FC236}">
                    <a16:creationId xmlns:a16="http://schemas.microsoft.com/office/drawing/2014/main" id="{333D88E7-6F83-72E8-7161-8C5EE119F548}"/>
                  </a:ext>
                </a:extLst>
              </p:cNvPr>
              <p:cNvSpPr txBox="1"/>
              <p:nvPr/>
            </p:nvSpPr>
            <p:spPr>
              <a:xfrm>
                <a:off x="2008235" y="2579896"/>
                <a:ext cx="666080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𝑑𝑎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57" name="תיבת טקסט 156">
                <a:extLst>
                  <a:ext uri="{FF2B5EF4-FFF2-40B4-BE49-F238E27FC236}">
                    <a16:creationId xmlns:a16="http://schemas.microsoft.com/office/drawing/2014/main" id="{333D88E7-6F83-72E8-7161-8C5EE119F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235" y="2579896"/>
                <a:ext cx="666080" cy="52591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תיבת טקסט 157">
                <a:extLst>
                  <a:ext uri="{FF2B5EF4-FFF2-40B4-BE49-F238E27FC236}">
                    <a16:creationId xmlns:a16="http://schemas.microsoft.com/office/drawing/2014/main" id="{05EE29B0-6A4A-7D6C-043D-92D7998EE9B4}"/>
                  </a:ext>
                </a:extLst>
              </p:cNvPr>
              <p:cNvSpPr txBox="1"/>
              <p:nvPr/>
            </p:nvSpPr>
            <p:spPr>
              <a:xfrm>
                <a:off x="2015551" y="3220221"/>
                <a:ext cx="662297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58" name="תיבת טקסט 157">
                <a:extLst>
                  <a:ext uri="{FF2B5EF4-FFF2-40B4-BE49-F238E27FC236}">
                    <a16:creationId xmlns:a16="http://schemas.microsoft.com/office/drawing/2014/main" id="{05EE29B0-6A4A-7D6C-043D-92D7998EE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551" y="3220221"/>
                <a:ext cx="662297" cy="52591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תיבת טקסט 161">
                <a:extLst>
                  <a:ext uri="{FF2B5EF4-FFF2-40B4-BE49-F238E27FC236}">
                    <a16:creationId xmlns:a16="http://schemas.microsoft.com/office/drawing/2014/main" id="{35D2ACBE-12B5-6B2E-C4C1-063E15555C58}"/>
                  </a:ext>
                </a:extLst>
              </p:cNvPr>
              <p:cNvSpPr txBox="1"/>
              <p:nvPr/>
            </p:nvSpPr>
            <p:spPr>
              <a:xfrm>
                <a:off x="1976540" y="5287318"/>
                <a:ext cx="672556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𝑑𝑑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𝑑𝑏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62" name="תיבת טקסט 161">
                <a:extLst>
                  <a:ext uri="{FF2B5EF4-FFF2-40B4-BE49-F238E27FC236}">
                    <a16:creationId xmlns:a16="http://schemas.microsoft.com/office/drawing/2014/main" id="{35D2ACBE-12B5-6B2E-C4C1-063E15555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540" y="5287318"/>
                <a:ext cx="672556" cy="52591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תיבת טקסט 163">
                <a:extLst>
                  <a:ext uri="{FF2B5EF4-FFF2-40B4-BE49-F238E27FC236}">
                    <a16:creationId xmlns:a16="http://schemas.microsoft.com/office/drawing/2014/main" id="{79303C93-FCDF-976A-BE1C-9E6E80B1C3DD}"/>
                  </a:ext>
                </a:extLst>
              </p:cNvPr>
              <p:cNvSpPr txBox="1"/>
              <p:nvPr/>
            </p:nvSpPr>
            <p:spPr>
              <a:xfrm>
                <a:off x="5810349" y="3547683"/>
                <a:ext cx="651076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64" name="תיבת טקסט 163">
                <a:extLst>
                  <a:ext uri="{FF2B5EF4-FFF2-40B4-BE49-F238E27FC236}">
                    <a16:creationId xmlns:a16="http://schemas.microsoft.com/office/drawing/2014/main" id="{79303C93-FCDF-976A-BE1C-9E6E80B1C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349" y="3547683"/>
                <a:ext cx="651076" cy="52597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תיבת טקסט 164">
                <a:extLst>
                  <a:ext uri="{FF2B5EF4-FFF2-40B4-BE49-F238E27FC236}">
                    <a16:creationId xmlns:a16="http://schemas.microsoft.com/office/drawing/2014/main" id="{3AFC8303-D206-0383-271F-A71BC7CEAF24}"/>
                  </a:ext>
                </a:extLst>
              </p:cNvPr>
              <p:cNvSpPr txBox="1"/>
              <p:nvPr/>
            </p:nvSpPr>
            <p:spPr>
              <a:xfrm>
                <a:off x="5800095" y="4213924"/>
                <a:ext cx="672555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𝑑𝑑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65" name="תיבת טקסט 164">
                <a:extLst>
                  <a:ext uri="{FF2B5EF4-FFF2-40B4-BE49-F238E27FC236}">
                    <a16:creationId xmlns:a16="http://schemas.microsoft.com/office/drawing/2014/main" id="{3AFC8303-D206-0383-271F-A71BC7CEA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095" y="4213924"/>
                <a:ext cx="672555" cy="52591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0">
                <a:extLst>
                  <a:ext uri="{FF2B5EF4-FFF2-40B4-BE49-F238E27FC236}">
                    <a16:creationId xmlns:a16="http://schemas.microsoft.com/office/drawing/2014/main" id="{6459A4FD-BEBF-0065-AFCC-1D878DEC38A2}"/>
                  </a:ext>
                </a:extLst>
              </p:cNvPr>
              <p:cNvSpPr txBox="1"/>
              <p:nvPr/>
            </p:nvSpPr>
            <p:spPr>
              <a:xfrm>
                <a:off x="5106306" y="4042144"/>
                <a:ext cx="304186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1" name="TextBox 10">
                <a:extLst>
                  <a:ext uri="{FF2B5EF4-FFF2-40B4-BE49-F238E27FC236}">
                    <a16:creationId xmlns:a16="http://schemas.microsoft.com/office/drawing/2014/main" id="{E7EAC43A-F29C-298B-49B4-95BE0B820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06" y="4042144"/>
                <a:ext cx="304186" cy="41043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30">
            <a:extLst>
              <a:ext uri="{FF2B5EF4-FFF2-40B4-BE49-F238E27FC236}">
                <a16:creationId xmlns:a16="http://schemas.microsoft.com/office/drawing/2014/main" id="{95F8059D-B033-69E2-F9DC-B840885BCE8E}"/>
              </a:ext>
            </a:extLst>
          </p:cNvPr>
          <p:cNvCxnSpPr>
            <a:cxnSpLocks/>
          </p:cNvCxnSpPr>
          <p:nvPr/>
        </p:nvCxnSpPr>
        <p:spPr>
          <a:xfrm flipV="1">
            <a:off x="4674986" y="4098832"/>
            <a:ext cx="998624" cy="815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61">
            <a:extLst>
              <a:ext uri="{FF2B5EF4-FFF2-40B4-BE49-F238E27FC236}">
                <a16:creationId xmlns:a16="http://schemas.microsoft.com/office/drawing/2014/main" id="{814D35EE-5703-6F93-CC76-C9CB6530EE94}"/>
              </a:ext>
            </a:extLst>
          </p:cNvPr>
          <p:cNvCxnSpPr>
            <a:cxnSpLocks/>
          </p:cNvCxnSpPr>
          <p:nvPr/>
        </p:nvCxnSpPr>
        <p:spPr>
          <a:xfrm flipH="1">
            <a:off x="4693444" y="4200814"/>
            <a:ext cx="1024737" cy="845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Box 10">
                <a:extLst>
                  <a:ext uri="{FF2B5EF4-FFF2-40B4-BE49-F238E27FC236}">
                    <a16:creationId xmlns:a16="http://schemas.microsoft.com/office/drawing/2014/main" id="{A46A2D04-1DDE-760C-EEA8-C981A1ACDAAE}"/>
                  </a:ext>
                </a:extLst>
              </p:cNvPr>
              <p:cNvSpPr txBox="1"/>
              <p:nvPr/>
            </p:nvSpPr>
            <p:spPr>
              <a:xfrm>
                <a:off x="5351877" y="3079965"/>
                <a:ext cx="26250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0" name="TextBox 10">
                <a:extLst>
                  <a:ext uri="{FF2B5EF4-FFF2-40B4-BE49-F238E27FC236}">
                    <a16:creationId xmlns:a16="http://schemas.microsoft.com/office/drawing/2014/main" id="{D0F15B01-D231-15C4-0D1D-7FEF8DD7A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877" y="3079965"/>
                <a:ext cx="262508" cy="41043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תיבת טקסט 181">
                <a:extLst>
                  <a:ext uri="{FF2B5EF4-FFF2-40B4-BE49-F238E27FC236}">
                    <a16:creationId xmlns:a16="http://schemas.microsoft.com/office/drawing/2014/main" id="{C9F1D269-10AD-F31F-85C5-76D2C87C69A0}"/>
                  </a:ext>
                </a:extLst>
              </p:cNvPr>
              <p:cNvSpPr txBox="1"/>
              <p:nvPr/>
            </p:nvSpPr>
            <p:spPr>
              <a:xfrm>
                <a:off x="9642773" y="4061309"/>
                <a:ext cx="6510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82" name="תיבת טקסט 181">
                <a:extLst>
                  <a:ext uri="{FF2B5EF4-FFF2-40B4-BE49-F238E27FC236}">
                    <a16:creationId xmlns:a16="http://schemas.microsoft.com/office/drawing/2014/main" id="{C9F1D269-10AD-F31F-85C5-76D2C87C6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773" y="4061309"/>
                <a:ext cx="651076" cy="276999"/>
              </a:xfrm>
              <a:prstGeom prst="rect">
                <a:avLst/>
              </a:prstGeom>
              <a:blipFill>
                <a:blip r:embed="rId36"/>
                <a:stretch>
                  <a:fillRect l="-7477" r="-6542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0">
                <a:extLst>
                  <a:ext uri="{FF2B5EF4-FFF2-40B4-BE49-F238E27FC236}">
                    <a16:creationId xmlns:a16="http://schemas.microsoft.com/office/drawing/2014/main" id="{9B71F491-B8A3-BAF7-CE5E-747FCDAD9B11}"/>
                  </a:ext>
                </a:extLst>
              </p:cNvPr>
              <p:cNvSpPr txBox="1"/>
              <p:nvPr/>
            </p:nvSpPr>
            <p:spPr>
              <a:xfrm>
                <a:off x="8702388" y="3199906"/>
                <a:ext cx="271998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3" name="TextBox 10">
                <a:extLst>
                  <a:ext uri="{FF2B5EF4-FFF2-40B4-BE49-F238E27FC236}">
                    <a16:creationId xmlns:a16="http://schemas.microsoft.com/office/drawing/2014/main" id="{6F77D4D6-BFE6-F157-568A-A63E0025A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388" y="3199906"/>
                <a:ext cx="271998" cy="41043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Straight Arrow Connector 30">
            <a:extLst>
              <a:ext uri="{FF2B5EF4-FFF2-40B4-BE49-F238E27FC236}">
                <a16:creationId xmlns:a16="http://schemas.microsoft.com/office/drawing/2014/main" id="{E442A2D9-C6B7-40C6-13CB-FB5E1CBB9F31}"/>
              </a:ext>
            </a:extLst>
          </p:cNvPr>
          <p:cNvCxnSpPr>
            <a:cxnSpLocks/>
          </p:cNvCxnSpPr>
          <p:nvPr/>
        </p:nvCxnSpPr>
        <p:spPr>
          <a:xfrm flipV="1">
            <a:off x="11280335" y="3574658"/>
            <a:ext cx="634836" cy="1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0">
                <a:extLst>
                  <a:ext uri="{FF2B5EF4-FFF2-40B4-BE49-F238E27FC236}">
                    <a16:creationId xmlns:a16="http://schemas.microsoft.com/office/drawing/2014/main" id="{167880A4-182F-C6CE-EDE0-77DDBFD1F636}"/>
                  </a:ext>
                </a:extLst>
              </p:cNvPr>
              <p:cNvSpPr txBox="1"/>
              <p:nvPr/>
            </p:nvSpPr>
            <p:spPr>
              <a:xfrm>
                <a:off x="11357728" y="3176085"/>
                <a:ext cx="292131" cy="4104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67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2667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5" name="TextBox 10">
                <a:extLst>
                  <a:ext uri="{FF2B5EF4-FFF2-40B4-BE49-F238E27FC236}">
                    <a16:creationId xmlns:a16="http://schemas.microsoft.com/office/drawing/2014/main" id="{9E3E77C1-4907-F196-E392-341192BAD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7728" y="3176085"/>
                <a:ext cx="292131" cy="41043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תיבת טקסט 185">
            <a:hlinkClick r:id="rId40"/>
            <a:extLst>
              <a:ext uri="{FF2B5EF4-FFF2-40B4-BE49-F238E27FC236}">
                <a16:creationId xmlns:a16="http://schemas.microsoft.com/office/drawing/2014/main" id="{DB0676B1-E3C6-BFAD-7B52-A0E450DAC194}"/>
              </a:ext>
            </a:extLst>
          </p:cNvPr>
          <p:cNvSpPr txBox="1"/>
          <p:nvPr/>
        </p:nvSpPr>
        <p:spPr>
          <a:xfrm>
            <a:off x="8951469" y="6312417"/>
            <a:ext cx="235163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41"/>
              </a:rPr>
              <a:t>מחברת עם תרגיל כאן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76675E83-355D-A51A-765F-6E46068AE6E5}"/>
                  </a:ext>
                </a:extLst>
              </p:cNvPr>
              <p:cNvSpPr txBox="1"/>
              <p:nvPr/>
            </p:nvSpPr>
            <p:spPr>
              <a:xfrm>
                <a:off x="8709717" y="3782248"/>
                <a:ext cx="3160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0" name="תיבת טקסט 9">
                <a:extLst>
                  <a:ext uri="{FF2B5EF4-FFF2-40B4-BE49-F238E27FC236}">
                    <a16:creationId xmlns:a16="http://schemas.microsoft.com/office/drawing/2014/main" id="{76675E83-355D-A51A-765F-6E46068AE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717" y="3782248"/>
                <a:ext cx="316048" cy="276999"/>
              </a:xfrm>
              <a:prstGeom prst="rect">
                <a:avLst/>
              </a:prstGeom>
              <a:blipFill>
                <a:blip r:embed="rId42"/>
                <a:stretch>
                  <a:fillRect l="-17308" r="-1538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279A7CDB-0862-33C7-C829-9D0CB49751E4}"/>
                  </a:ext>
                </a:extLst>
              </p:cNvPr>
              <p:cNvSpPr txBox="1"/>
              <p:nvPr/>
            </p:nvSpPr>
            <p:spPr>
              <a:xfrm>
                <a:off x="51017" y="1740762"/>
                <a:ext cx="6612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4" name="תיבת טקסט 13">
                <a:extLst>
                  <a:ext uri="{FF2B5EF4-FFF2-40B4-BE49-F238E27FC236}">
                    <a16:creationId xmlns:a16="http://schemas.microsoft.com/office/drawing/2014/main" id="{279A7CDB-0862-33C7-C829-9D0CB4975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7" y="1740762"/>
                <a:ext cx="661270" cy="276999"/>
              </a:xfrm>
              <a:prstGeom prst="rect">
                <a:avLst/>
              </a:prstGeom>
              <a:blipFill>
                <a:blip r:embed="rId43"/>
                <a:stretch>
                  <a:fillRect l="-7339" r="-7339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1CCA6B9F-BC19-3515-FDE5-2C1635D406FD}"/>
                  </a:ext>
                </a:extLst>
              </p:cNvPr>
              <p:cNvSpPr txBox="1"/>
              <p:nvPr/>
            </p:nvSpPr>
            <p:spPr>
              <a:xfrm>
                <a:off x="5123679" y="3523509"/>
                <a:ext cx="3102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𝑑𝑐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1CCA6B9F-BC19-3515-FDE5-2C1635D40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679" y="3523509"/>
                <a:ext cx="310278" cy="276999"/>
              </a:xfrm>
              <a:prstGeom prst="rect">
                <a:avLst/>
              </a:prstGeom>
              <a:blipFill>
                <a:blip r:embed="rId44"/>
                <a:stretch>
                  <a:fillRect l="-17647" r="-13725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C97F431C-5069-AC02-C0A0-1A8F9371C48D}"/>
                  </a:ext>
                </a:extLst>
              </p:cNvPr>
              <p:cNvSpPr txBox="1"/>
              <p:nvPr/>
            </p:nvSpPr>
            <p:spPr>
              <a:xfrm>
                <a:off x="5126490" y="4671903"/>
                <a:ext cx="3375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𝑑𝑑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19" name="תיבת טקסט 18">
                <a:extLst>
                  <a:ext uri="{FF2B5EF4-FFF2-40B4-BE49-F238E27FC236}">
                    <a16:creationId xmlns:a16="http://schemas.microsoft.com/office/drawing/2014/main" id="{C97F431C-5069-AC02-C0A0-1A8F9371C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490" y="4671903"/>
                <a:ext cx="337528" cy="276999"/>
              </a:xfrm>
              <a:prstGeom prst="rect">
                <a:avLst/>
              </a:prstGeom>
              <a:blipFill>
                <a:blip r:embed="rId45"/>
                <a:stretch>
                  <a:fillRect l="-16364" r="-14545" b="-869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C726007E-C10C-3E59-D0CE-5C55925394E5}"/>
                  </a:ext>
                </a:extLst>
              </p:cNvPr>
              <p:cNvSpPr txBox="1"/>
              <p:nvPr/>
            </p:nvSpPr>
            <p:spPr>
              <a:xfrm>
                <a:off x="185272" y="6173917"/>
                <a:ext cx="7087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=? </m:t>
                      </m:r>
                    </m:oMath>
                  </m:oMathPara>
                </a14:m>
                <a:endParaRPr lang="he-IL" sz="1800" dirty="0"/>
              </a:p>
            </p:txBody>
          </p:sp>
        </mc:Choice>
        <mc:Fallback xmlns="">
          <p:sp>
            <p:nvSpPr>
              <p:cNvPr id="21" name="תיבת טקסט 20">
                <a:extLst>
                  <a:ext uri="{FF2B5EF4-FFF2-40B4-BE49-F238E27FC236}">
                    <a16:creationId xmlns:a16="http://schemas.microsoft.com/office/drawing/2014/main" id="{C726007E-C10C-3E59-D0CE-5C5592539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72" y="6173917"/>
                <a:ext cx="708784" cy="276999"/>
              </a:xfrm>
              <a:prstGeom prst="rect">
                <a:avLst/>
              </a:prstGeom>
              <a:blipFill>
                <a:blip r:embed="rId46"/>
                <a:stretch>
                  <a:fillRect l="-6838" b="-111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id="{5BD7EF2E-1584-DF52-9919-A32F97F9081D}"/>
                  </a:ext>
                </a:extLst>
              </p:cNvPr>
              <p:cNvSpPr txBox="1"/>
              <p:nvPr/>
            </p:nvSpPr>
            <p:spPr>
              <a:xfrm>
                <a:off x="5873332" y="960261"/>
                <a:ext cx="4954946" cy="1181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733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733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3733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733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733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3733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733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3733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733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3733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733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3733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3733" i="0" dirty="0"/>
                            <m:t>)</m:t>
                          </m:r>
                        </m:den>
                      </m:f>
                      <m:r>
                        <a:rPr lang="en-US" sz="3733" i="1"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US" sz="3733" dirty="0"/>
              </a:p>
            </p:txBody>
          </p:sp>
        </mc:Choice>
        <mc:Fallback xmlns="">
          <p:sp>
            <p:nvSpPr>
              <p:cNvPr id="5" name="TextBox 1">
                <a:extLst>
                  <a:ext uri="{FF2B5EF4-FFF2-40B4-BE49-F238E27FC236}">
                    <a16:creationId xmlns:a16="http://schemas.microsoft.com/office/drawing/2014/main" id="{5BD7EF2E-1584-DF52-9919-A32F97F90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332" y="960261"/>
                <a:ext cx="4954946" cy="118154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05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שאלות?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383</Words>
  <Application>Microsoft Office PowerPoint</Application>
  <PresentationFormat>מסך רחב</PresentationFormat>
  <Paragraphs>136</Paragraphs>
  <Slides>6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Tahoma</vt:lpstr>
      <vt:lpstr>TECHNION_Op3_General_Heb</vt:lpstr>
      <vt:lpstr>למידה עמוקה</vt:lpstr>
      <vt:lpstr>גרף חישוב – הדגמה1</vt:lpstr>
      <vt:lpstr>גרף חישוב - הדגמה2</vt:lpstr>
      <vt:lpstr>תרגיל גרף חישוב – תרגיל 1</vt:lpstr>
      <vt:lpstr>תרגיל גרף חישוב – תרגיל 2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user</cp:lastModifiedBy>
  <cp:revision>97</cp:revision>
  <dcterms:created xsi:type="dcterms:W3CDTF">2019-03-02T07:56:19Z</dcterms:created>
  <dcterms:modified xsi:type="dcterms:W3CDTF">2026-10-20T12:41:54Z</dcterms:modified>
</cp:coreProperties>
</file>