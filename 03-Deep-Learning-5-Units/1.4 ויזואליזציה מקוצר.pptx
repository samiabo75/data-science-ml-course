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67" r:id="rId4"/>
    <p:sldId id="268" r:id="rId5"/>
    <p:sldId id="292" r:id="rId6"/>
    <p:sldId id="290" r:id="rId7"/>
    <p:sldId id="280" r:id="rId8"/>
    <p:sldId id="282" r:id="rId9"/>
    <p:sldId id="289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g7F8zucrOWHgOePyRJ86O17lt6I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אריאל בר-יצחק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40" Type="http://customschemas.google.com/relationships/presentationmetadata" Target="meta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2617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68" name="Google Shape;26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0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כותרת ותוכן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2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2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2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tplotlib.org/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aborn.pydata.or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IudLrV5T1rxEBkAkml66BbMyGKilVOEd?usp=drive_link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 dirty="0"/>
              <a:t>השתלמות למידה עמוקה</a:t>
            </a:r>
            <a:endParaRPr dirty="0"/>
          </a:p>
        </p:txBody>
      </p:sp>
      <p:sp>
        <p:nvSpPr>
          <p:cNvPr id="52" name="Google Shape;52;p1"/>
          <p:cNvSpPr txBox="1">
            <a:spLocks noGrp="1"/>
          </p:cNvSpPr>
          <p:nvPr>
            <p:ph type="body" idx="1"/>
          </p:nvPr>
        </p:nvSpPr>
        <p:spPr>
          <a:xfrm>
            <a:off x="3412067" y="3864505"/>
            <a:ext cx="7941733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 sz="2400" dirty="0"/>
              <a:t>פיתון למדעי הנתונים – ויזואליזציה מקוצר</a:t>
            </a:r>
          </a:p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 sz="2400" dirty="0"/>
              <a:t>מאת: אריאל בר-יצחק, ד"ר קובי מייק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ספרייה גרפית לשפת Python</a:t>
            </a:r>
            <a:endParaRPr/>
          </a:p>
        </p:txBody>
      </p:sp>
      <p:sp>
        <p:nvSpPr>
          <p:cNvPr id="121" name="Google Shape;121;p8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ספריית matplotlib</a:t>
            </a:r>
            <a:endParaRPr/>
          </a:p>
        </p:txBody>
      </p:sp>
      <p:pic>
        <p:nvPicPr>
          <p:cNvPr id="122" name="Google Shape;12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461" y="2171525"/>
            <a:ext cx="5220429" cy="12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5512" y="3513138"/>
            <a:ext cx="9760976" cy="191040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8"/>
          <p:cNvSpPr/>
          <p:nvPr/>
        </p:nvSpPr>
        <p:spPr>
          <a:xfrm>
            <a:off x="6392594" y="6015333"/>
            <a:ext cx="23419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https://matplotlib.org/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ספרייה גרפית ממוקדת בסטטיסטיקה</a:t>
            </a:r>
            <a:endParaRPr/>
          </a:p>
          <a:p>
            <a:pPr marL="457200" lvl="0" indent="-4572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iw-IL"/>
              <a:t>מבוססת על matplotlib</a:t>
            </a:r>
            <a:endParaRPr/>
          </a:p>
        </p:txBody>
      </p:sp>
      <p:sp>
        <p:nvSpPr>
          <p:cNvPr id="130" name="Google Shape;130;p9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ספריית seaborn</a:t>
            </a:r>
            <a:endParaRPr/>
          </a:p>
        </p:txBody>
      </p:sp>
      <p:pic>
        <p:nvPicPr>
          <p:cNvPr id="131" name="Google Shape;13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141939"/>
            <a:ext cx="12192000" cy="217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/>
          <p:nvPr/>
        </p:nvSpPr>
        <p:spPr>
          <a:xfrm>
            <a:off x="6931013" y="6043979"/>
            <a:ext cx="28229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https://seaborn.pydata.org/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>
            <a:spLocks noGrp="1"/>
          </p:cNvSpPr>
          <p:nvPr>
            <p:ph type="body" idx="2"/>
          </p:nvPr>
        </p:nvSpPr>
        <p:spPr>
          <a:xfrm>
            <a:off x="351693" y="319969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ייבוא הספריות</a:t>
            </a:r>
            <a:endParaRPr/>
          </a:p>
        </p:txBody>
      </p:sp>
      <p:pic>
        <p:nvPicPr>
          <p:cNvPr id="138" name="Google Shape;13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4825" y="2833687"/>
            <a:ext cx="3562350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>
            <a:spLocks noGrp="1"/>
          </p:cNvSpPr>
          <p:nvPr>
            <p:ph type="body" idx="2"/>
          </p:nvPr>
        </p:nvSpPr>
        <p:spPr/>
        <p:txBody>
          <a:bodyPr/>
          <a:lstStyle/>
          <a:p>
            <a:pPr lvl="0"/>
            <a:r>
              <a:rPr lang="en-US" dirty="0"/>
              <a:t>Plot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CC48C8-DC71-E6A8-09D0-D331D8AB8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100"/>
            <a:ext cx="3677163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909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650EB-CC0E-D3E8-3A6A-2A65FA1E929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Scatterplot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CFF614-74C9-29D2-7590-1C53B4D6C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85" y="1414379"/>
            <a:ext cx="8404904" cy="423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51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dirty="0"/>
              <a:t>P</a:t>
            </a:r>
            <a:r>
              <a:rPr lang="iw-IL" dirty="0"/>
              <a:t>airplot</a:t>
            </a:r>
            <a:endParaRPr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9F249223-FB0E-75F9-6EDA-444EBEE50955}"/>
              </a:ext>
            </a:extLst>
          </p:cNvPr>
          <p:cNvSpPr txBox="1"/>
          <p:nvPr/>
        </p:nvSpPr>
        <p:spPr>
          <a:xfrm>
            <a:off x="7890553" y="2250040"/>
            <a:ext cx="292793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/>
              <a:t>הנתונים ב </a:t>
            </a:r>
            <a:r>
              <a:rPr lang="en-US"/>
              <a:t>DF</a:t>
            </a:r>
            <a:r>
              <a:rPr lang="he-IL"/>
              <a:t> כוללים משתנים רציפים (4 בדוגמה) ובדיד אחד.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C1A7240-924A-AAA6-1891-F81C55F2D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20" y="237903"/>
            <a:ext cx="6048318" cy="5510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4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indent="-45720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יש לתרגל 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plot</a:t>
            </a:r>
            <a:r>
              <a:rPr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על 2 רשימות שתצרו בעצמכם באורך 5</a:t>
            </a:r>
          </a:p>
          <a:p>
            <a:pPr marL="11430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פעם ראשונה על רשימה אחת</a:t>
            </a:r>
          </a:p>
          <a:p>
            <a:pPr marL="11430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פעם שנייה על שתי הרשימות</a:t>
            </a:r>
          </a:p>
          <a:p>
            <a:pPr marL="6858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יש לתרגל 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scatterplot, pairplot</a:t>
            </a:r>
            <a:r>
              <a:rPr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על 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Penguin Dataset</a:t>
            </a:r>
            <a:endParaRPr lang="he-I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1430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 </a:t>
            </a: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scatterplot</a:t>
            </a:r>
            <a:r>
              <a:rPr lang="he-IL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יש לבחור 2 משתנים רציפים ובדיד אחד</a:t>
            </a:r>
          </a:p>
          <a:p>
            <a:pPr marL="1143000" lvl="1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 </a:t>
            </a: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pairplot</a:t>
            </a:r>
            <a:r>
              <a:rPr lang="he-IL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יש לבחור 3-4 משתנים רציפים ובדיד אחד</a:t>
            </a:r>
          </a:p>
          <a:p>
            <a:pPr marL="685800" indent="-45720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כדי לבצע בה שינויים ולשמור את השינויים, יש לפתוח את המחברת ולבצע לה העתק אליכם 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File, Save copy in drive</a:t>
            </a:r>
            <a:endParaRPr lang="he-I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4" name="Google Shape;174;p64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250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rPr lang="he-IL"/>
              <a:t>תרגיל 1 </a:t>
            </a:r>
            <a:r>
              <a:rPr lang="he-IL" dirty="0"/>
              <a:t>בקבוצות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he-IL"/>
              <a:t>שאלות?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138</Words>
  <Application>Microsoft Office PowerPoint</Application>
  <PresentationFormat>מסך רחב</PresentationFormat>
  <Paragraphs>24</Paragraphs>
  <Slides>9</Slides>
  <Notes>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Arial</vt:lpstr>
      <vt:lpstr>Calibri</vt:lpstr>
      <vt:lpstr>Tahoma</vt:lpstr>
      <vt:lpstr>TECHNION_Op3_General_Heb</vt:lpstr>
      <vt:lpstr>השתלמות למידה עמוקה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שאלות?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דוד בר יצחק</cp:lastModifiedBy>
  <cp:revision>22</cp:revision>
  <dcterms:created xsi:type="dcterms:W3CDTF">2019-03-02T07:56:19Z</dcterms:created>
  <dcterms:modified xsi:type="dcterms:W3CDTF">2026-09-22T14:40:28Z</dcterms:modified>
</cp:coreProperties>
</file>