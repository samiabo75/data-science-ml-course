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>
  <p:sldMasterIdLst>
    <p:sldMasterId id="2147483660" r:id="rId1"/>
  </p:sldMasterIdLst>
  <p:notesMasterIdLst>
    <p:notesMasterId r:id="rId28"/>
  </p:notesMasterIdLst>
  <p:sldIdLst>
    <p:sldId id="473" r:id="rId2"/>
    <p:sldId id="380" r:id="rId3"/>
    <p:sldId id="506" r:id="rId4"/>
    <p:sldId id="424" r:id="rId5"/>
    <p:sldId id="343" r:id="rId6"/>
    <p:sldId id="573" r:id="rId7"/>
    <p:sldId id="574" r:id="rId8"/>
    <p:sldId id="569" r:id="rId9"/>
    <p:sldId id="587" r:id="rId10"/>
    <p:sldId id="406" r:id="rId11"/>
    <p:sldId id="529" r:id="rId12"/>
    <p:sldId id="553" r:id="rId13"/>
    <p:sldId id="534" r:id="rId14"/>
    <p:sldId id="572" r:id="rId15"/>
    <p:sldId id="532" r:id="rId16"/>
    <p:sldId id="549" r:id="rId17"/>
    <p:sldId id="581" r:id="rId18"/>
    <p:sldId id="580" r:id="rId19"/>
    <p:sldId id="550" r:id="rId20"/>
    <p:sldId id="582" r:id="rId21"/>
    <p:sldId id="586" r:id="rId22"/>
    <p:sldId id="585" r:id="rId23"/>
    <p:sldId id="507" r:id="rId24"/>
    <p:sldId id="578" r:id="rId25"/>
    <p:sldId id="583" r:id="rId26"/>
    <p:sldId id="442" r:id="rId2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סגנון ביניים 2 - הדגשה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81997" autoAdjust="0"/>
    <p:restoredTop sz="94660"/>
  </p:normalViewPr>
  <p:slideViewPr>
    <p:cSldViewPr snapToGrid="0">
      <p:cViewPr varScale="1">
        <p:scale>
          <a:sx n="119" d="100"/>
          <a:sy n="119" d="100"/>
        </p:scale>
        <p:origin x="96" y="276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כותרת עליונה 1"/>
          <p:cNvSpPr>
            <a:spLocks noGrp="1"/>
          </p:cNvSpPr>
          <p:nvPr>
            <p:ph type="hdr" sz="quarter"/>
          </p:nvPr>
        </p:nvSpPr>
        <p:spPr>
          <a:xfrm>
            <a:off x="388620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1"/>
          <a:lstStyle>
            <a:lvl1pPr algn="l">
              <a:defRPr sz="1200"/>
            </a:lvl1pPr>
          </a:lstStyle>
          <a:p>
            <a:endParaRPr lang="en-IL"/>
          </a:p>
        </p:txBody>
      </p:sp>
      <p:sp>
        <p:nvSpPr>
          <p:cNvPr id="3" name="מציין מיקום של תאריך 2"/>
          <p:cNvSpPr>
            <a:spLocks noGrp="1"/>
          </p:cNvSpPr>
          <p:nvPr>
            <p:ph type="dt" idx="1"/>
          </p:nvPr>
        </p:nvSpPr>
        <p:spPr>
          <a:xfrm>
            <a:off x="1588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1"/>
          <a:lstStyle>
            <a:lvl1pPr algn="r">
              <a:defRPr sz="1200"/>
            </a:lvl1pPr>
          </a:lstStyle>
          <a:p>
            <a:fld id="{7F3F4BA6-0FB4-404A-97CE-3280853A6031}" type="datetimeFigureOut">
              <a:rPr lang="en-IL" smtClean="0"/>
              <a:t>05/17/2026</a:t>
            </a:fld>
            <a:endParaRPr lang="en-IL"/>
          </a:p>
        </p:txBody>
      </p:sp>
      <p:sp>
        <p:nvSpPr>
          <p:cNvPr id="4" name="מציין מיקום של תמונת שקופית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1" anchor="ctr"/>
          <a:lstStyle/>
          <a:p>
            <a:endParaRPr lang="en-IL"/>
          </a:p>
        </p:txBody>
      </p:sp>
      <p:sp>
        <p:nvSpPr>
          <p:cNvPr id="5" name="מציין מיקום של הערות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1"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IL"/>
          </a:p>
        </p:txBody>
      </p:sp>
      <p:sp>
        <p:nvSpPr>
          <p:cNvPr id="6" name="מציין מיקום של כותרת תחתונה 5"/>
          <p:cNvSpPr>
            <a:spLocks noGrp="1"/>
          </p:cNvSpPr>
          <p:nvPr>
            <p:ph type="ftr" sz="quarter" idx="4"/>
          </p:nvPr>
        </p:nvSpPr>
        <p:spPr>
          <a:xfrm>
            <a:off x="388620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1" anchor="b"/>
          <a:lstStyle>
            <a:lvl1pPr algn="l">
              <a:defRPr sz="1200"/>
            </a:lvl1pPr>
          </a:lstStyle>
          <a:p>
            <a:endParaRPr lang="en-IL"/>
          </a:p>
        </p:txBody>
      </p:sp>
      <p:sp>
        <p:nvSpPr>
          <p:cNvPr id="7" name="מציין מיקום של מספר שקופית 6"/>
          <p:cNvSpPr>
            <a:spLocks noGrp="1"/>
          </p:cNvSpPr>
          <p:nvPr>
            <p:ph type="sldNum" sz="quarter" idx="5"/>
          </p:nvPr>
        </p:nvSpPr>
        <p:spPr>
          <a:xfrm>
            <a:off x="1588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1" anchor="b"/>
          <a:lstStyle>
            <a:lvl1pPr algn="r">
              <a:defRPr sz="1200"/>
            </a:lvl1pPr>
          </a:lstStyle>
          <a:p>
            <a:fld id="{B586F2C3-1532-4552-BDB5-D692430AA2DC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68353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מונת שקופית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מציין מיקום של הערות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L" dirty="0"/>
          </a:p>
        </p:txBody>
      </p:sp>
      <p:sp>
        <p:nvSpPr>
          <p:cNvPr id="4" name="מציין מיקום של מספר שקופית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0CB567-ABD4-441A-AE95-E370C5777E3C}" type="slidenum">
              <a:rPr lang="en-IL" smtClean="0"/>
              <a:t>1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49364697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4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1" y="1107"/>
            <a:ext cx="12177238" cy="6855785"/>
          </a:xfrm>
          <a:prstGeom prst="rect">
            <a:avLst/>
          </a:prstGeom>
        </p:spPr>
      </p:pic>
      <p:sp>
        <p:nvSpPr>
          <p:cNvPr id="8" name="Title 16"/>
          <p:cNvSpPr>
            <a:spLocks noGrp="1"/>
          </p:cNvSpPr>
          <p:nvPr>
            <p:ph type="title"/>
          </p:nvPr>
        </p:nvSpPr>
        <p:spPr>
          <a:xfrm>
            <a:off x="3829050" y="2327275"/>
            <a:ext cx="7524750" cy="1325563"/>
          </a:xfrm>
        </p:spPr>
        <p:txBody>
          <a:bodyPr>
            <a:normAutofit/>
          </a:bodyPr>
          <a:lstStyle>
            <a:lvl1pPr algn="r" rtl="1">
              <a:defRPr sz="4400" b="1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9" name="Text Placeholder 2"/>
          <p:cNvSpPr>
            <a:spLocks noGrp="1"/>
          </p:cNvSpPr>
          <p:nvPr>
            <p:ph type="body" idx="1"/>
          </p:nvPr>
        </p:nvSpPr>
        <p:spPr>
          <a:xfrm>
            <a:off x="3848100" y="3424238"/>
            <a:ext cx="7524750" cy="1500187"/>
          </a:xfrm>
        </p:spPr>
        <p:txBody>
          <a:bodyPr>
            <a:normAutofit/>
          </a:bodyPr>
          <a:lstStyle>
            <a:lvl1pPr marL="0" indent="0" algn="r" rtl="1">
              <a:buNone/>
              <a:defRPr sz="3600">
                <a:solidFill>
                  <a:srgbClr val="D79E0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10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798876" y="6043367"/>
            <a:ext cx="7894974" cy="365123"/>
          </a:xfrm>
        </p:spPr>
        <p:txBody>
          <a:bodyPr/>
          <a:lstStyle>
            <a:lvl1pPr algn="r" rtl="1">
              <a:defRPr sz="320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endParaRPr lang="en-IL"/>
          </a:p>
        </p:txBody>
      </p:sp>
      <p:sp>
        <p:nvSpPr>
          <p:cNvPr id="11" name="Date Placeholder 3"/>
          <p:cNvSpPr>
            <a:spLocks noGrp="1"/>
          </p:cNvSpPr>
          <p:nvPr>
            <p:ph type="dt" sz="half" idx="10"/>
          </p:nvPr>
        </p:nvSpPr>
        <p:spPr>
          <a:xfrm>
            <a:off x="578392" y="6043367"/>
            <a:ext cx="1885950" cy="365125"/>
          </a:xfrm>
        </p:spPr>
        <p:txBody>
          <a:bodyPr/>
          <a:lstStyle>
            <a:lvl1pPr algn="r" rtl="1">
              <a:defRPr sz="2400" b="0">
                <a:solidFill>
                  <a:srgbClr val="D79E0F"/>
                </a:solidFill>
              </a:defRPr>
            </a:lvl1pPr>
          </a:lstStyle>
          <a:p>
            <a:fld id="{AA2153F9-CD1E-4915-8F64-241C69FF8ED7}" type="datetimeFigureOut">
              <a:rPr lang="en-IL" smtClean="0"/>
              <a:t>05/17/2026</a:t>
            </a:fld>
            <a:endParaRPr lang="en-IL"/>
          </a:p>
        </p:txBody>
      </p:sp>
      <p:sp>
        <p:nvSpPr>
          <p:cNvPr id="7" name="תיבת טקסט 2">
            <a:extLst>
              <a:ext uri="{FF2B5EF4-FFF2-40B4-BE49-F238E27FC236}">
                <a16:creationId xmlns:a16="http://schemas.microsoft.com/office/drawing/2014/main" id="{1B2186E0-40D9-4F6B-B549-672A2D6393B5}"/>
              </a:ext>
            </a:extLst>
          </p:cNvPr>
          <p:cNvSpPr txBox="1"/>
          <p:nvPr userDrawn="1"/>
        </p:nvSpPr>
        <p:spPr>
          <a:xfrm>
            <a:off x="4846620" y="6586610"/>
            <a:ext cx="24987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© kobymike@gmail.com</a:t>
            </a:r>
            <a:endParaRPr lang="en-IL" dirty="0"/>
          </a:p>
        </p:txBody>
      </p:sp>
    </p:spTree>
    <p:extLst>
      <p:ext uri="{BB962C8B-B14F-4D97-AF65-F5344CB8AC3E}">
        <p14:creationId xmlns:p14="http://schemas.microsoft.com/office/powerpoint/2010/main" val="25501765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9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1999" cy="6866313"/>
          </a:xfrm>
          <a:prstGeom prst="rect">
            <a:avLst/>
          </a:prstGeom>
        </p:spPr>
      </p:pic>
      <p:sp>
        <p:nvSpPr>
          <p:cNvPr id="6" name="Text Placeholder 4"/>
          <p:cNvSpPr>
            <a:spLocks noGrp="1"/>
          </p:cNvSpPr>
          <p:nvPr>
            <p:ph type="body" sz="quarter" idx="11"/>
          </p:nvPr>
        </p:nvSpPr>
        <p:spPr>
          <a:xfrm>
            <a:off x="6209302" y="1772261"/>
            <a:ext cx="5418667" cy="3217862"/>
          </a:xfrm>
          <a:noFill/>
        </p:spPr>
        <p:txBody>
          <a:bodyPr anchor="t">
            <a:normAutofit/>
          </a:bodyPr>
          <a:lstStyle>
            <a:lvl1pPr algn="r" rtl="1">
              <a:defRPr b="1"/>
            </a:lvl1pPr>
            <a:lvl2pPr marL="809625" marR="0" indent="-369888" algn="r" defTabSz="914400" rtl="1" eaLnBrk="1" fontAlgn="auto" latinLnBrk="0" hangingPunct="1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D59F0E"/>
              </a:buClr>
              <a:buSzPct val="150000"/>
              <a:buFont typeface="Arial" panose="020B0604020202020204" pitchFamily="34" charset="0"/>
              <a:buChar char="•"/>
              <a:tabLst/>
              <a:defRPr sz="2800" b="0"/>
            </a:lvl2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8" name="Picture Placeholder 7"/>
          <p:cNvSpPr>
            <a:spLocks noGrp="1"/>
          </p:cNvSpPr>
          <p:nvPr>
            <p:ph type="pic" sz="quarter" idx="12"/>
          </p:nvPr>
        </p:nvSpPr>
        <p:spPr>
          <a:xfrm>
            <a:off x="246185" y="211014"/>
            <a:ext cx="5399088" cy="5451231"/>
          </a:xfrm>
        </p:spPr>
        <p:txBody>
          <a:bodyPr/>
          <a:lstStyle/>
          <a:p>
            <a:r>
              <a:rPr lang="he-IL"/>
              <a:t>לחץ על הסמל כדי להוסיף תמונה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3"/>
          </p:nvPr>
        </p:nvSpPr>
        <p:spPr>
          <a:xfrm>
            <a:off x="6209302" y="525463"/>
            <a:ext cx="5419136" cy="1134004"/>
          </a:xfrm>
        </p:spPr>
        <p:txBody>
          <a:bodyPr anchor="ctr">
            <a:normAutofit/>
          </a:bodyPr>
          <a:lstStyle>
            <a:lvl1pPr>
              <a:defRPr sz="4400" b="1"/>
            </a:lvl1pPr>
            <a:lvl2pPr>
              <a:defRPr sz="4400" b="1"/>
            </a:lvl2pPr>
            <a:lvl3pPr>
              <a:defRPr sz="4400" b="1"/>
            </a:lvl3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7" name="תיבת טקסט 2">
            <a:extLst>
              <a:ext uri="{FF2B5EF4-FFF2-40B4-BE49-F238E27FC236}">
                <a16:creationId xmlns:a16="http://schemas.microsoft.com/office/drawing/2014/main" id="{2EAD3288-6326-419A-9968-5D01B76AB18A}"/>
              </a:ext>
            </a:extLst>
          </p:cNvPr>
          <p:cNvSpPr txBox="1"/>
          <p:nvPr userDrawn="1"/>
        </p:nvSpPr>
        <p:spPr>
          <a:xfrm>
            <a:off x="4846620" y="6586610"/>
            <a:ext cx="24987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© kobymike@gmail.com</a:t>
            </a:r>
            <a:endParaRPr lang="en-IL" dirty="0"/>
          </a:p>
        </p:txBody>
      </p:sp>
    </p:spTree>
    <p:extLst>
      <p:ext uri="{BB962C8B-B14F-4D97-AF65-F5344CB8AC3E}">
        <p14:creationId xmlns:p14="http://schemas.microsoft.com/office/powerpoint/2010/main" val="9412148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כותרת ותוכ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1999" cy="6866313"/>
          </a:xfrm>
          <a:prstGeom prst="rect">
            <a:avLst/>
          </a:prstGeom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1693" y="1825625"/>
            <a:ext cx="11430077" cy="3783867"/>
          </a:xfrm>
        </p:spPr>
        <p:txBody>
          <a:bodyPr/>
          <a:lstStyle>
            <a:lvl1pPr marL="0" indent="0" algn="r" rtl="1">
              <a:buNone/>
              <a:defRPr/>
            </a:lvl1pPr>
            <a:lvl2pPr marL="457200" indent="0" algn="r" rtl="1">
              <a:buNone/>
              <a:defRPr/>
            </a:lvl2pPr>
            <a:lvl3pPr marL="914400" indent="0" algn="r" rtl="1">
              <a:buNone/>
              <a:defRPr/>
            </a:lvl3pPr>
            <a:lvl4pPr marL="1371600" indent="0" algn="r" rtl="1">
              <a:buNone/>
              <a:defRPr/>
            </a:lvl4pPr>
            <a:lvl5pPr marL="1828800" indent="0" algn="r" rtl="1">
              <a:buNone/>
              <a:defRPr/>
            </a:lvl5pPr>
          </a:lstStyle>
          <a:p>
            <a:pPr lvl="0"/>
            <a:r>
              <a:rPr lang="he-IL"/>
              <a:t>ערוך סגנונות טקסט של תבנית בסיס</a:t>
            </a:r>
          </a:p>
          <a:p>
            <a:pPr lvl="1"/>
            <a:r>
              <a:rPr lang="he-IL"/>
              <a:t>רמה שניה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3"/>
          </p:nvPr>
        </p:nvSpPr>
        <p:spPr>
          <a:xfrm>
            <a:off x="6277708" y="6073902"/>
            <a:ext cx="5504062" cy="379652"/>
          </a:xfrm>
        </p:spPr>
        <p:txBody>
          <a:bodyPr/>
          <a:lstStyle>
            <a:lvl1pPr marL="0" indent="0" algn="r" rtl="1">
              <a:buFont typeface="Arial" panose="020B0604020202020204" pitchFamily="34" charset="0"/>
              <a:buNone/>
              <a:defRPr sz="3200">
                <a:solidFill>
                  <a:srgbClr val="002147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endParaRPr lang="en-IL"/>
          </a:p>
        </p:txBody>
      </p:sp>
      <p:sp>
        <p:nvSpPr>
          <p:cNvPr id="9" name="Date Placeholder 3"/>
          <p:cNvSpPr>
            <a:spLocks noGrp="1"/>
          </p:cNvSpPr>
          <p:nvPr>
            <p:ph type="dt" sz="half" idx="14"/>
          </p:nvPr>
        </p:nvSpPr>
        <p:spPr>
          <a:xfrm>
            <a:off x="3981529" y="6073902"/>
            <a:ext cx="1885950" cy="365125"/>
          </a:xfrm>
        </p:spPr>
        <p:txBody>
          <a:bodyPr/>
          <a:lstStyle>
            <a:lvl1pPr marL="0" indent="0" algn="r" rtl="1">
              <a:buFont typeface="Arial" panose="020B0604020202020204" pitchFamily="34" charset="0"/>
              <a:buNone/>
              <a:defRPr sz="2400" b="0">
                <a:solidFill>
                  <a:schemeClr val="bg1"/>
                </a:solidFill>
              </a:defRPr>
            </a:lvl1pPr>
          </a:lstStyle>
          <a:p>
            <a:fld id="{AA2153F9-CD1E-4915-8F64-241C69FF8ED7}" type="datetimeFigureOut">
              <a:rPr lang="en-IL" smtClean="0"/>
              <a:t>05/17/2026</a:t>
            </a:fld>
            <a:endParaRPr lang="en-IL"/>
          </a:p>
        </p:txBody>
      </p:sp>
      <p:sp>
        <p:nvSpPr>
          <p:cNvPr id="12" name="Text Placeholder 4"/>
          <p:cNvSpPr>
            <a:spLocks noGrp="1"/>
          </p:cNvSpPr>
          <p:nvPr>
            <p:ph type="body" sz="quarter" idx="15"/>
          </p:nvPr>
        </p:nvSpPr>
        <p:spPr>
          <a:xfrm>
            <a:off x="351693" y="365124"/>
            <a:ext cx="11430078" cy="1376363"/>
          </a:xfrm>
          <a:noFill/>
        </p:spPr>
        <p:txBody>
          <a:bodyPr vert="horz" lIns="91440" tIns="45720" rIns="91440" bIns="45720" rtlCol="0" anchor="ctr">
            <a:normAutofit/>
          </a:bodyPr>
          <a:lstStyle>
            <a:lvl1pPr>
              <a:defRPr sz="4400" b="1"/>
            </a:lvl1pPr>
            <a:lvl2pPr>
              <a:defRPr lang="en-US" sz="4400" b="1" dirty="0"/>
            </a:lvl2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10" name="תיבת טקסט 2">
            <a:extLst>
              <a:ext uri="{FF2B5EF4-FFF2-40B4-BE49-F238E27FC236}">
                <a16:creationId xmlns:a16="http://schemas.microsoft.com/office/drawing/2014/main" id="{D1B18292-E450-4A71-AA2C-F28B132C3343}"/>
              </a:ext>
            </a:extLst>
          </p:cNvPr>
          <p:cNvSpPr txBox="1"/>
          <p:nvPr userDrawn="1"/>
        </p:nvSpPr>
        <p:spPr>
          <a:xfrm>
            <a:off x="4846620" y="6586610"/>
            <a:ext cx="24987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© kobymike@gmail.com</a:t>
            </a:r>
            <a:endParaRPr lang="en-IL" dirty="0"/>
          </a:p>
        </p:txBody>
      </p:sp>
    </p:spTree>
    <p:extLst>
      <p:ext uri="{BB962C8B-B14F-4D97-AF65-F5344CB8AC3E}">
        <p14:creationId xmlns:p14="http://schemas.microsoft.com/office/powerpoint/2010/main" val="16602940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שני תכני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/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1999" cy="6866313"/>
          </a:xfrm>
          <a:prstGeom prst="rect">
            <a:avLst/>
          </a:prstGeom>
        </p:spPr>
      </p:pic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51693" y="1825625"/>
            <a:ext cx="5668107" cy="3820991"/>
          </a:xfrm>
        </p:spPr>
        <p:txBody>
          <a:bodyPr/>
          <a:lstStyle>
            <a:lvl1pPr algn="r" rtl="1">
              <a:defRPr/>
            </a:lvl1pPr>
            <a:lvl2pPr algn="r" rtl="1">
              <a:defRPr/>
            </a:lvl2pPr>
            <a:lvl3pPr algn="r" rtl="1">
              <a:defRPr/>
            </a:lvl3pPr>
            <a:lvl4pPr algn="r" rtl="1">
              <a:defRPr/>
            </a:lvl4pPr>
            <a:lvl5pPr algn="r" rtl="1">
              <a:defRPr/>
            </a:lvl5pPr>
          </a:lstStyle>
          <a:p>
            <a:pPr lvl="0"/>
            <a:r>
              <a:rPr lang="he-IL"/>
              <a:t>ערוך סגנונות טקסט של תבנית בסיס</a:t>
            </a:r>
          </a:p>
          <a:p>
            <a:pPr lvl="1"/>
            <a:r>
              <a:rPr lang="he-IL"/>
              <a:t>רמה שניה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609570" cy="3835518"/>
          </a:xfrm>
        </p:spPr>
        <p:txBody>
          <a:bodyPr/>
          <a:lstStyle>
            <a:lvl1pPr algn="r" rtl="1">
              <a:defRPr/>
            </a:lvl1pPr>
            <a:lvl2pPr algn="r" rtl="1">
              <a:defRPr/>
            </a:lvl2pPr>
            <a:lvl3pPr algn="r" rtl="1">
              <a:defRPr/>
            </a:lvl3pPr>
            <a:lvl4pPr algn="r" rtl="1">
              <a:defRPr/>
            </a:lvl4pPr>
            <a:lvl5pPr algn="r" rtl="1">
              <a:defRPr/>
            </a:lvl5pPr>
          </a:lstStyle>
          <a:p>
            <a:pPr lvl="0"/>
            <a:r>
              <a:rPr lang="he-IL"/>
              <a:t>ערוך סגנונות טקסט של תבנית בסיס</a:t>
            </a:r>
          </a:p>
          <a:p>
            <a:pPr lvl="1"/>
            <a:r>
              <a:rPr lang="he-IL"/>
              <a:t>רמה שניה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/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0"/>
          </p:nvPr>
        </p:nvSpPr>
        <p:spPr>
          <a:xfrm>
            <a:off x="351693" y="365124"/>
            <a:ext cx="11430078" cy="1376363"/>
          </a:xfrm>
          <a:noFill/>
        </p:spPr>
        <p:txBody>
          <a:bodyPr vert="horz" lIns="91440" tIns="45720" rIns="91440" bIns="45720" rtlCol="0" anchor="ctr">
            <a:normAutofit/>
          </a:bodyPr>
          <a:lstStyle>
            <a:lvl1pPr>
              <a:defRPr sz="4400" b="1"/>
            </a:lvl1pPr>
            <a:lvl2pPr>
              <a:defRPr lang="en-US" sz="4400" b="1" dirty="0"/>
            </a:lvl2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15" name="Footer Placeholder 4"/>
          <p:cNvSpPr>
            <a:spLocks noGrp="1"/>
          </p:cNvSpPr>
          <p:nvPr>
            <p:ph type="ftr" sz="quarter" idx="13"/>
          </p:nvPr>
        </p:nvSpPr>
        <p:spPr>
          <a:xfrm>
            <a:off x="6277708" y="6073902"/>
            <a:ext cx="5504062" cy="379652"/>
          </a:xfrm>
        </p:spPr>
        <p:txBody>
          <a:bodyPr/>
          <a:lstStyle>
            <a:lvl1pPr marL="0" indent="0" algn="r" rtl="1">
              <a:buFont typeface="Arial" panose="020B0604020202020204" pitchFamily="34" charset="0"/>
              <a:buNone/>
              <a:defRPr sz="3200">
                <a:solidFill>
                  <a:srgbClr val="002147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endParaRPr lang="en-IL"/>
          </a:p>
        </p:txBody>
      </p:sp>
      <p:sp>
        <p:nvSpPr>
          <p:cNvPr id="16" name="Date Placeholder 3"/>
          <p:cNvSpPr>
            <a:spLocks noGrp="1"/>
          </p:cNvSpPr>
          <p:nvPr>
            <p:ph type="dt" sz="half" idx="14"/>
          </p:nvPr>
        </p:nvSpPr>
        <p:spPr>
          <a:xfrm>
            <a:off x="3981529" y="6073902"/>
            <a:ext cx="1885950" cy="365125"/>
          </a:xfrm>
        </p:spPr>
        <p:txBody>
          <a:bodyPr/>
          <a:lstStyle>
            <a:lvl1pPr marL="0" indent="0" algn="r" rtl="1">
              <a:buFont typeface="Arial" panose="020B0604020202020204" pitchFamily="34" charset="0"/>
              <a:buNone/>
              <a:defRPr sz="2400" b="0">
                <a:solidFill>
                  <a:schemeClr val="bg1"/>
                </a:solidFill>
              </a:defRPr>
            </a:lvl1pPr>
          </a:lstStyle>
          <a:p>
            <a:fld id="{AA2153F9-CD1E-4915-8F64-241C69FF8ED7}" type="datetimeFigureOut">
              <a:rPr lang="en-IL" smtClean="0"/>
              <a:t>05/17/2026</a:t>
            </a:fld>
            <a:endParaRPr lang="en-IL"/>
          </a:p>
        </p:txBody>
      </p:sp>
      <p:sp>
        <p:nvSpPr>
          <p:cNvPr id="8" name="תיבת טקסט 2">
            <a:extLst>
              <a:ext uri="{FF2B5EF4-FFF2-40B4-BE49-F238E27FC236}">
                <a16:creationId xmlns:a16="http://schemas.microsoft.com/office/drawing/2014/main" id="{B6DD6090-6206-4584-8A10-F115CFD929E4}"/>
              </a:ext>
            </a:extLst>
          </p:cNvPr>
          <p:cNvSpPr txBox="1"/>
          <p:nvPr userDrawn="1"/>
        </p:nvSpPr>
        <p:spPr>
          <a:xfrm>
            <a:off x="4846620" y="6586610"/>
            <a:ext cx="24987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© kobymike@gmail.com</a:t>
            </a:r>
            <a:endParaRPr lang="en-IL" dirty="0"/>
          </a:p>
        </p:txBody>
      </p:sp>
    </p:spTree>
    <p:extLst>
      <p:ext uri="{BB962C8B-B14F-4D97-AF65-F5344CB8AC3E}">
        <p14:creationId xmlns:p14="http://schemas.microsoft.com/office/powerpoint/2010/main" val="39177382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השווא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/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1999" cy="6866313"/>
          </a:xfrm>
          <a:prstGeom prst="rect">
            <a:avLst/>
          </a:prstGeom>
        </p:spPr>
      </p:pic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69278" y="1681163"/>
            <a:ext cx="5628298" cy="823912"/>
          </a:xfrm>
        </p:spPr>
        <p:txBody>
          <a:bodyPr anchor="b"/>
          <a:lstStyle>
            <a:lvl1pPr marL="0" indent="0" algn="r" rtl="1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69278" y="2505075"/>
            <a:ext cx="5628298" cy="3141541"/>
          </a:xfrm>
        </p:spPr>
        <p:txBody>
          <a:bodyPr/>
          <a:lstStyle>
            <a:lvl1pPr algn="r" rtl="1">
              <a:defRPr/>
            </a:lvl1pPr>
            <a:lvl2pPr algn="r" rtl="1">
              <a:defRPr/>
            </a:lvl2pPr>
            <a:lvl3pPr algn="r" rtl="1">
              <a:defRPr/>
            </a:lvl3pPr>
            <a:lvl4pPr algn="r" rtl="1">
              <a:defRPr/>
            </a:lvl4pPr>
            <a:lvl5pPr algn="r" rtl="1">
              <a:defRPr/>
            </a:lvl5pPr>
          </a:lstStyle>
          <a:p>
            <a:pPr lvl="0"/>
            <a:r>
              <a:rPr lang="he-IL"/>
              <a:t>ערוך סגנונות טקסט של תבנית בסיס</a:t>
            </a:r>
          </a:p>
          <a:p>
            <a:pPr lvl="1"/>
            <a:r>
              <a:rPr lang="he-IL"/>
              <a:t>רמה שניה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609570" cy="823912"/>
          </a:xfrm>
        </p:spPr>
        <p:txBody>
          <a:bodyPr anchor="b"/>
          <a:lstStyle>
            <a:lvl1pPr marL="0" indent="0" algn="r" rtl="1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609570" cy="3156068"/>
          </a:xfrm>
        </p:spPr>
        <p:txBody>
          <a:bodyPr/>
          <a:lstStyle>
            <a:lvl1pPr algn="r" rtl="1">
              <a:defRPr/>
            </a:lvl1pPr>
            <a:lvl2pPr algn="r" rtl="1">
              <a:defRPr/>
            </a:lvl2pPr>
            <a:lvl3pPr algn="r" rtl="1">
              <a:defRPr/>
            </a:lvl3pPr>
            <a:lvl4pPr algn="r" rtl="1">
              <a:defRPr/>
            </a:lvl4pPr>
            <a:lvl5pPr algn="r" rtl="1">
              <a:defRPr/>
            </a:lvl5pPr>
          </a:lstStyle>
          <a:p>
            <a:pPr lvl="0"/>
            <a:r>
              <a:rPr lang="he-IL"/>
              <a:t>ערוך סגנונות טקסט של תבנית בסיס</a:t>
            </a:r>
          </a:p>
          <a:p>
            <a:pPr lvl="1"/>
            <a:r>
              <a:rPr lang="he-IL"/>
              <a:t>רמה שניה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/>
          </a:p>
        </p:txBody>
      </p:sp>
      <p:sp>
        <p:nvSpPr>
          <p:cNvPr id="15" name="Text Placeholder 4"/>
          <p:cNvSpPr>
            <a:spLocks noGrp="1"/>
          </p:cNvSpPr>
          <p:nvPr>
            <p:ph type="body" sz="quarter" idx="10"/>
          </p:nvPr>
        </p:nvSpPr>
        <p:spPr>
          <a:xfrm>
            <a:off x="369277" y="365124"/>
            <a:ext cx="11412493" cy="1376363"/>
          </a:xfrm>
          <a:noFill/>
        </p:spPr>
        <p:txBody>
          <a:bodyPr vert="horz" lIns="91440" tIns="45720" rIns="91440" bIns="45720" rtlCol="0" anchor="ctr">
            <a:normAutofit/>
          </a:bodyPr>
          <a:lstStyle>
            <a:lvl1pPr>
              <a:defRPr sz="4400" b="1"/>
            </a:lvl1pPr>
            <a:lvl2pPr>
              <a:defRPr lang="en-US" sz="4400" b="1" dirty="0"/>
            </a:lvl2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16" name="Footer Placeholder 4"/>
          <p:cNvSpPr>
            <a:spLocks noGrp="1"/>
          </p:cNvSpPr>
          <p:nvPr>
            <p:ph type="ftr" sz="quarter" idx="13"/>
          </p:nvPr>
        </p:nvSpPr>
        <p:spPr>
          <a:xfrm>
            <a:off x="6277708" y="6073902"/>
            <a:ext cx="5504062" cy="379652"/>
          </a:xfrm>
        </p:spPr>
        <p:txBody>
          <a:bodyPr/>
          <a:lstStyle>
            <a:lvl1pPr marL="0" indent="0" algn="r" rtl="1">
              <a:buFont typeface="Arial" panose="020B0604020202020204" pitchFamily="34" charset="0"/>
              <a:buNone/>
              <a:defRPr sz="3200">
                <a:solidFill>
                  <a:srgbClr val="002147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endParaRPr lang="en-IL"/>
          </a:p>
        </p:txBody>
      </p:sp>
      <p:sp>
        <p:nvSpPr>
          <p:cNvPr id="17" name="Date Placeholder 3"/>
          <p:cNvSpPr>
            <a:spLocks noGrp="1"/>
          </p:cNvSpPr>
          <p:nvPr>
            <p:ph type="dt" sz="half" idx="14"/>
          </p:nvPr>
        </p:nvSpPr>
        <p:spPr>
          <a:xfrm>
            <a:off x="3981529" y="6073902"/>
            <a:ext cx="1885950" cy="365125"/>
          </a:xfrm>
        </p:spPr>
        <p:txBody>
          <a:bodyPr/>
          <a:lstStyle>
            <a:lvl1pPr marL="0" indent="0" algn="r" rtl="1">
              <a:buFont typeface="Arial" panose="020B0604020202020204" pitchFamily="34" charset="0"/>
              <a:buNone/>
              <a:defRPr sz="2400" b="0">
                <a:solidFill>
                  <a:schemeClr val="bg1"/>
                </a:solidFill>
              </a:defRPr>
            </a:lvl1pPr>
          </a:lstStyle>
          <a:p>
            <a:fld id="{AA2153F9-CD1E-4915-8F64-241C69FF8ED7}" type="datetimeFigureOut">
              <a:rPr lang="en-IL" smtClean="0"/>
              <a:t>05/17/2026</a:t>
            </a:fld>
            <a:endParaRPr lang="en-IL"/>
          </a:p>
        </p:txBody>
      </p:sp>
      <p:sp>
        <p:nvSpPr>
          <p:cNvPr id="10" name="תיבת טקסט 2">
            <a:extLst>
              <a:ext uri="{FF2B5EF4-FFF2-40B4-BE49-F238E27FC236}">
                <a16:creationId xmlns:a16="http://schemas.microsoft.com/office/drawing/2014/main" id="{AD1BD53A-7582-4A6B-8558-93F36E38162E}"/>
              </a:ext>
            </a:extLst>
          </p:cNvPr>
          <p:cNvSpPr txBox="1"/>
          <p:nvPr userDrawn="1"/>
        </p:nvSpPr>
        <p:spPr>
          <a:xfrm>
            <a:off x="4846620" y="6586610"/>
            <a:ext cx="24987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© kobymike@gmail.com</a:t>
            </a:r>
            <a:endParaRPr lang="en-IL" dirty="0"/>
          </a:p>
        </p:txBody>
      </p:sp>
    </p:spTree>
    <p:extLst>
      <p:ext uri="{BB962C8B-B14F-4D97-AF65-F5344CB8AC3E}">
        <p14:creationId xmlns:p14="http://schemas.microsoft.com/office/powerpoint/2010/main" val="14263534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כותרת בלב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/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1999" cy="6866313"/>
          </a:xfrm>
          <a:prstGeom prst="rect">
            <a:avLst/>
          </a:prstGeom>
        </p:spPr>
      </p:pic>
      <p:sp>
        <p:nvSpPr>
          <p:cNvPr id="11" name="Text Placeholder 4"/>
          <p:cNvSpPr>
            <a:spLocks noGrp="1"/>
          </p:cNvSpPr>
          <p:nvPr>
            <p:ph type="body" sz="quarter" idx="10"/>
          </p:nvPr>
        </p:nvSpPr>
        <p:spPr>
          <a:xfrm>
            <a:off x="404447" y="365124"/>
            <a:ext cx="11377324" cy="1376363"/>
          </a:xfrm>
          <a:noFill/>
        </p:spPr>
        <p:txBody>
          <a:bodyPr anchor="ctr">
            <a:normAutofit/>
          </a:bodyPr>
          <a:lstStyle>
            <a:lvl1pPr algn="r" rtl="1">
              <a:defRPr sz="4400" b="1"/>
            </a:lvl1pPr>
            <a:lvl2pPr marL="457200" indent="0" algn="r" rtl="1">
              <a:buNone/>
              <a:defRPr sz="4400" b="1"/>
            </a:lvl2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12" name="Footer Placeholder 4"/>
          <p:cNvSpPr>
            <a:spLocks noGrp="1"/>
          </p:cNvSpPr>
          <p:nvPr>
            <p:ph type="ftr" sz="quarter" idx="13"/>
          </p:nvPr>
        </p:nvSpPr>
        <p:spPr>
          <a:xfrm>
            <a:off x="6277708" y="6073902"/>
            <a:ext cx="5504062" cy="379652"/>
          </a:xfrm>
        </p:spPr>
        <p:txBody>
          <a:bodyPr/>
          <a:lstStyle>
            <a:lvl1pPr marL="0" indent="0" algn="r" rtl="1">
              <a:buFont typeface="Arial" panose="020B0604020202020204" pitchFamily="34" charset="0"/>
              <a:buNone/>
              <a:defRPr sz="3200">
                <a:solidFill>
                  <a:srgbClr val="002147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endParaRPr lang="en-IL"/>
          </a:p>
        </p:txBody>
      </p:sp>
      <p:sp>
        <p:nvSpPr>
          <p:cNvPr id="13" name="Date Placeholder 3"/>
          <p:cNvSpPr>
            <a:spLocks noGrp="1"/>
          </p:cNvSpPr>
          <p:nvPr>
            <p:ph type="dt" sz="half" idx="14"/>
          </p:nvPr>
        </p:nvSpPr>
        <p:spPr>
          <a:xfrm>
            <a:off x="3981529" y="6073902"/>
            <a:ext cx="1885950" cy="365125"/>
          </a:xfrm>
        </p:spPr>
        <p:txBody>
          <a:bodyPr/>
          <a:lstStyle>
            <a:lvl1pPr marL="0" indent="0" algn="r" rtl="1">
              <a:buFont typeface="Arial" panose="020B0604020202020204" pitchFamily="34" charset="0"/>
              <a:buNone/>
              <a:defRPr sz="2400" b="0">
                <a:solidFill>
                  <a:schemeClr val="bg1"/>
                </a:solidFill>
              </a:defRPr>
            </a:lvl1pPr>
          </a:lstStyle>
          <a:p>
            <a:fld id="{AA2153F9-CD1E-4915-8F64-241C69FF8ED7}" type="datetimeFigureOut">
              <a:rPr lang="en-IL" smtClean="0"/>
              <a:t>05/17/2026</a:t>
            </a:fld>
            <a:endParaRPr lang="en-IL"/>
          </a:p>
        </p:txBody>
      </p:sp>
      <p:sp>
        <p:nvSpPr>
          <p:cNvPr id="6" name="תיבת טקסט 2">
            <a:extLst>
              <a:ext uri="{FF2B5EF4-FFF2-40B4-BE49-F238E27FC236}">
                <a16:creationId xmlns:a16="http://schemas.microsoft.com/office/drawing/2014/main" id="{DC49B313-5507-43BF-BFB4-9DB33E136BAF}"/>
              </a:ext>
            </a:extLst>
          </p:cNvPr>
          <p:cNvSpPr txBox="1"/>
          <p:nvPr userDrawn="1"/>
        </p:nvSpPr>
        <p:spPr>
          <a:xfrm>
            <a:off x="4846620" y="6586610"/>
            <a:ext cx="24987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© kobymike@gmail.com</a:t>
            </a:r>
            <a:endParaRPr lang="en-IL" dirty="0"/>
          </a:p>
        </p:txBody>
      </p:sp>
    </p:spTree>
    <p:extLst>
      <p:ext uri="{BB962C8B-B14F-4D97-AF65-F5344CB8AC3E}">
        <p14:creationId xmlns:p14="http://schemas.microsoft.com/office/powerpoint/2010/main" val="4170764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ריק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/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1999" cy="6866313"/>
          </a:xfrm>
          <a:prstGeom prst="rect">
            <a:avLst/>
          </a:prstGeom>
        </p:spPr>
      </p:pic>
      <p:sp>
        <p:nvSpPr>
          <p:cNvPr id="10" name="Footer Placeholder 4"/>
          <p:cNvSpPr>
            <a:spLocks noGrp="1"/>
          </p:cNvSpPr>
          <p:nvPr>
            <p:ph type="ftr" sz="quarter" idx="13"/>
          </p:nvPr>
        </p:nvSpPr>
        <p:spPr>
          <a:xfrm>
            <a:off x="6277708" y="6073902"/>
            <a:ext cx="5504062" cy="379652"/>
          </a:xfrm>
        </p:spPr>
        <p:txBody>
          <a:bodyPr/>
          <a:lstStyle>
            <a:lvl1pPr marL="0" indent="0" algn="r" rtl="1">
              <a:buFont typeface="Arial" panose="020B0604020202020204" pitchFamily="34" charset="0"/>
              <a:buNone/>
              <a:defRPr sz="3200">
                <a:solidFill>
                  <a:srgbClr val="002147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endParaRPr lang="en-IL"/>
          </a:p>
        </p:txBody>
      </p:sp>
      <p:sp>
        <p:nvSpPr>
          <p:cNvPr id="11" name="Date Placeholder 3"/>
          <p:cNvSpPr>
            <a:spLocks noGrp="1"/>
          </p:cNvSpPr>
          <p:nvPr>
            <p:ph type="dt" sz="half" idx="14"/>
          </p:nvPr>
        </p:nvSpPr>
        <p:spPr>
          <a:xfrm>
            <a:off x="3981529" y="6073902"/>
            <a:ext cx="1885950" cy="365125"/>
          </a:xfrm>
        </p:spPr>
        <p:txBody>
          <a:bodyPr/>
          <a:lstStyle>
            <a:lvl1pPr marL="0" indent="0" algn="r" rtl="1">
              <a:buFont typeface="Arial" panose="020B0604020202020204" pitchFamily="34" charset="0"/>
              <a:buNone/>
              <a:defRPr sz="2400" b="0">
                <a:solidFill>
                  <a:schemeClr val="bg1"/>
                </a:solidFill>
              </a:defRPr>
            </a:lvl1pPr>
          </a:lstStyle>
          <a:p>
            <a:fld id="{AA2153F9-CD1E-4915-8F64-241C69FF8ED7}" type="datetimeFigureOut">
              <a:rPr lang="en-IL" smtClean="0"/>
              <a:t>05/17/2026</a:t>
            </a:fld>
            <a:endParaRPr lang="en-IL"/>
          </a:p>
        </p:txBody>
      </p:sp>
      <p:sp>
        <p:nvSpPr>
          <p:cNvPr id="5" name="תיבת טקסט 2">
            <a:extLst>
              <a:ext uri="{FF2B5EF4-FFF2-40B4-BE49-F238E27FC236}">
                <a16:creationId xmlns:a16="http://schemas.microsoft.com/office/drawing/2014/main" id="{395D8F3B-91D0-4B0F-8A11-516F6C75C084}"/>
              </a:ext>
            </a:extLst>
          </p:cNvPr>
          <p:cNvSpPr txBox="1"/>
          <p:nvPr userDrawn="1"/>
        </p:nvSpPr>
        <p:spPr>
          <a:xfrm>
            <a:off x="4846620" y="6586610"/>
            <a:ext cx="24987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© kobymike@gmail.com</a:t>
            </a:r>
            <a:endParaRPr lang="en-IL" dirty="0"/>
          </a:p>
        </p:txBody>
      </p:sp>
    </p:spTree>
    <p:extLst>
      <p:ext uri="{BB962C8B-B14F-4D97-AF65-F5344CB8AC3E}">
        <p14:creationId xmlns:p14="http://schemas.microsoft.com/office/powerpoint/2010/main" val="22825248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1_כותרת בלב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C60392-E0FA-4960-B7B9-034230400999}" type="datetimeFigureOut">
              <a:rPr lang="en-IL" smtClean="0"/>
              <a:t>05/17/2026</a:t>
            </a:fld>
            <a:endParaRPr lang="en-IL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AA8930-D8A8-4DBB-9E8F-FADF9163DCC6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2815824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כותרת ותוכ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9">
            <a:extLst>
              <a:ext uri="{FF2B5EF4-FFF2-40B4-BE49-F238E27FC236}">
                <a16:creationId xmlns:a16="http://schemas.microsoft.com/office/drawing/2014/main" id="{69807A4C-7A6D-4668-9385-BFC6002D141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1999" cy="6866313"/>
          </a:xfrm>
          <a:prstGeom prst="rect">
            <a:avLst/>
          </a:prstGeom>
        </p:spPr>
      </p:pic>
      <p:sp>
        <p:nvSpPr>
          <p:cNvPr id="5" name="תיבת טקסט 4">
            <a:extLst>
              <a:ext uri="{FF2B5EF4-FFF2-40B4-BE49-F238E27FC236}">
                <a16:creationId xmlns:a16="http://schemas.microsoft.com/office/drawing/2014/main" id="{DE0F1A2E-DFA6-471D-8DD2-857758C4E239}"/>
              </a:ext>
            </a:extLst>
          </p:cNvPr>
          <p:cNvSpPr txBox="1"/>
          <p:nvPr userDrawn="1"/>
        </p:nvSpPr>
        <p:spPr>
          <a:xfrm>
            <a:off x="4846619" y="6579645"/>
            <a:ext cx="24987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© kobymike@gmail.com</a:t>
            </a:r>
            <a:endParaRPr lang="en-IL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1693" y="1741487"/>
            <a:ext cx="11430077" cy="5448303"/>
          </a:xfrm>
        </p:spPr>
        <p:txBody>
          <a:bodyPr/>
          <a:lstStyle>
            <a:lvl1pPr marL="0" indent="0" algn="r" rtl="1">
              <a:buNone/>
              <a:defRPr/>
            </a:lvl1pPr>
            <a:lvl2pPr marL="457200" indent="0" algn="r" rtl="1">
              <a:buNone/>
              <a:defRPr/>
            </a:lvl2pPr>
            <a:lvl3pPr marL="914400" indent="0" algn="r" rtl="1">
              <a:buNone/>
              <a:defRPr/>
            </a:lvl3pPr>
            <a:lvl4pPr marL="1371600" indent="0" algn="r" rtl="1">
              <a:buNone/>
              <a:defRPr/>
            </a:lvl4pPr>
            <a:lvl5pPr marL="1828800" indent="0" algn="r" rtl="1">
              <a:buNone/>
              <a:defRPr/>
            </a:lvl5pPr>
          </a:lstStyle>
          <a:p>
            <a:pPr lvl="0"/>
            <a:r>
              <a:rPr lang="he-IL"/>
              <a:t>ערוך סגנונות טקסט של תבנית בסיס</a:t>
            </a:r>
          </a:p>
          <a:p>
            <a:pPr lvl="1"/>
            <a:r>
              <a:rPr lang="he-IL"/>
              <a:t>רמה שניה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/>
          </a:p>
        </p:txBody>
      </p:sp>
      <p:sp>
        <p:nvSpPr>
          <p:cNvPr id="12" name="Text Placeholder 4"/>
          <p:cNvSpPr>
            <a:spLocks noGrp="1"/>
          </p:cNvSpPr>
          <p:nvPr>
            <p:ph type="body" sz="quarter" idx="15"/>
          </p:nvPr>
        </p:nvSpPr>
        <p:spPr>
          <a:xfrm>
            <a:off x="351693" y="349038"/>
            <a:ext cx="11430078" cy="1376363"/>
          </a:xfrm>
          <a:noFill/>
        </p:spPr>
        <p:txBody>
          <a:bodyPr vert="horz" lIns="91440" tIns="45720" rIns="91440" bIns="45720" rtlCol="0" anchor="ctr">
            <a:normAutofit/>
          </a:bodyPr>
          <a:lstStyle>
            <a:lvl1pPr marL="0" indent="0">
              <a:buNone/>
              <a:defRPr sz="4400" b="1"/>
            </a:lvl1pPr>
            <a:lvl2pPr>
              <a:defRPr lang="en-US" sz="4400" b="1" dirty="0"/>
            </a:lvl2pPr>
          </a:lstStyle>
          <a:p>
            <a:pPr lvl="0"/>
            <a:r>
              <a:rPr lang="he-IL" dirty="0"/>
              <a:t>ערוך סגנונות טקסט של תבנית בסיס</a:t>
            </a:r>
          </a:p>
        </p:txBody>
      </p:sp>
    </p:spTree>
    <p:extLst>
      <p:ext uri="{BB962C8B-B14F-4D97-AF65-F5344CB8AC3E}">
        <p14:creationId xmlns:p14="http://schemas.microsoft.com/office/powerpoint/2010/main" val="27987515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he-IL"/>
              <a:t>ערוך סגנונות טקסט של תבנית בסיס</a:t>
            </a:r>
          </a:p>
          <a:p>
            <a:pPr lvl="1"/>
            <a:r>
              <a:rPr lang="he-IL"/>
              <a:t>רמה שניה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rtl="1">
              <a:defRPr sz="1200">
                <a:solidFill>
                  <a:srgbClr val="002147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fld id="{AA2153F9-CD1E-4915-8F64-241C69FF8ED7}" type="datetimeFigureOut">
              <a:rPr lang="en-IL" smtClean="0"/>
              <a:t>05/17/2026</a:t>
            </a:fld>
            <a:endParaRPr lang="en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rtl="1">
              <a:defRPr sz="1200">
                <a:solidFill>
                  <a:srgbClr val="002147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endParaRPr lang="en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rtl="1">
              <a:defRPr sz="1200">
                <a:solidFill>
                  <a:srgbClr val="002147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fld id="{9EA62BEB-6A5C-4FC5-82F8-803F5A423B84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0679572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7" r:id="rId1"/>
    <p:sldLayoutId id="2147483681" r:id="rId2"/>
    <p:sldLayoutId id="2147483682" r:id="rId3"/>
    <p:sldLayoutId id="2147483683" r:id="rId4"/>
    <p:sldLayoutId id="2147483684" r:id="rId5"/>
    <p:sldLayoutId id="2147483685" r:id="rId6"/>
    <p:sldLayoutId id="2147483686" r:id="rId7"/>
    <p:sldLayoutId id="2147483689" r:id="rId8"/>
    <p:sldLayoutId id="2147483690" r:id="rId9"/>
  </p:sldLayoutIdLst>
  <p:txStyles>
    <p:titleStyle>
      <a:lvl1pPr marL="0" indent="0" algn="r" defTabSz="914400" rtl="1" eaLnBrk="1" latinLnBrk="0" hangingPunct="1">
        <a:lnSpc>
          <a:spcPct val="90000"/>
        </a:lnSpc>
        <a:spcBef>
          <a:spcPct val="0"/>
        </a:spcBef>
        <a:buFont typeface="Arial" panose="020B0604020202020204" pitchFamily="34" charset="0"/>
        <a:buNone/>
        <a:defRPr sz="4400" kern="1200">
          <a:solidFill>
            <a:srgbClr val="002147"/>
          </a:solidFill>
          <a:latin typeface="Tahoma" panose="020B0604030504040204" pitchFamily="34" charset="0"/>
          <a:ea typeface="Tahoma" panose="020B0604030504040204" pitchFamily="34" charset="0"/>
          <a:cs typeface="Tahoma" panose="020B0604030504040204" pitchFamily="34" charset="0"/>
        </a:defRPr>
      </a:lvl1pPr>
    </p:titleStyle>
    <p:bodyStyle>
      <a:lvl1pPr marL="0" indent="0" algn="r" defTabSz="914400" rtl="1" eaLnBrk="1" latinLnBrk="0" hangingPunct="1">
        <a:lnSpc>
          <a:spcPct val="90000"/>
        </a:lnSpc>
        <a:spcBef>
          <a:spcPts val="1000"/>
        </a:spcBef>
        <a:buClr>
          <a:srgbClr val="D59F0E"/>
        </a:buClr>
        <a:buFont typeface="Arial" panose="020B0604020202020204" pitchFamily="34" charset="0"/>
        <a:buNone/>
        <a:defRPr sz="2800" kern="1200">
          <a:solidFill>
            <a:srgbClr val="002147"/>
          </a:solidFill>
          <a:latin typeface="Tahoma" panose="020B0604030504040204" pitchFamily="34" charset="0"/>
          <a:ea typeface="Tahoma" panose="020B0604030504040204" pitchFamily="34" charset="0"/>
          <a:cs typeface="Tahoma" panose="020B0604030504040204" pitchFamily="34" charset="0"/>
        </a:defRPr>
      </a:lvl1pPr>
      <a:lvl2pPr marL="457200" indent="0" algn="r" defTabSz="914400" rtl="1" eaLnBrk="1" latinLnBrk="0" hangingPunct="1">
        <a:lnSpc>
          <a:spcPct val="90000"/>
        </a:lnSpc>
        <a:spcBef>
          <a:spcPts val="500"/>
        </a:spcBef>
        <a:buClr>
          <a:srgbClr val="D59F0E"/>
        </a:buClr>
        <a:buFont typeface="Arial" panose="020B0604020202020204" pitchFamily="34" charset="0"/>
        <a:buNone/>
        <a:defRPr sz="2400" kern="1200">
          <a:solidFill>
            <a:srgbClr val="002147"/>
          </a:solidFill>
          <a:latin typeface="Tahoma" panose="020B0604030504040204" pitchFamily="34" charset="0"/>
          <a:ea typeface="Tahoma" panose="020B0604030504040204" pitchFamily="34" charset="0"/>
          <a:cs typeface="Tahoma" panose="020B0604030504040204" pitchFamily="34" charset="0"/>
        </a:defRPr>
      </a:lvl2pPr>
      <a:lvl3pPr marL="914400" indent="0" algn="r" defTabSz="914400" rtl="1" eaLnBrk="1" latinLnBrk="0" hangingPunct="1">
        <a:lnSpc>
          <a:spcPct val="90000"/>
        </a:lnSpc>
        <a:spcBef>
          <a:spcPts val="500"/>
        </a:spcBef>
        <a:buClr>
          <a:srgbClr val="D59F0E"/>
        </a:buClr>
        <a:buFont typeface="Arial" panose="020B0604020202020204" pitchFamily="34" charset="0"/>
        <a:buNone/>
        <a:defRPr sz="2000" kern="1200">
          <a:solidFill>
            <a:srgbClr val="002147"/>
          </a:solidFill>
          <a:latin typeface="Tahoma" panose="020B0604030504040204" pitchFamily="34" charset="0"/>
          <a:ea typeface="Tahoma" panose="020B0604030504040204" pitchFamily="34" charset="0"/>
          <a:cs typeface="Tahoma" panose="020B0604030504040204" pitchFamily="34" charset="0"/>
        </a:defRPr>
      </a:lvl3pPr>
      <a:lvl4pPr marL="1371600" indent="0" algn="r" defTabSz="914400" rtl="1" eaLnBrk="1" latinLnBrk="0" hangingPunct="1">
        <a:lnSpc>
          <a:spcPct val="90000"/>
        </a:lnSpc>
        <a:spcBef>
          <a:spcPts val="500"/>
        </a:spcBef>
        <a:buClr>
          <a:srgbClr val="D59F0E"/>
        </a:buClr>
        <a:buFont typeface="Arial" panose="020B0604020202020204" pitchFamily="34" charset="0"/>
        <a:buNone/>
        <a:defRPr sz="1800" kern="1200">
          <a:solidFill>
            <a:srgbClr val="002147"/>
          </a:solidFill>
          <a:latin typeface="Tahoma" panose="020B0604030504040204" pitchFamily="34" charset="0"/>
          <a:ea typeface="Tahoma" panose="020B0604030504040204" pitchFamily="34" charset="0"/>
          <a:cs typeface="Tahoma" panose="020B0604030504040204" pitchFamily="34" charset="0"/>
        </a:defRPr>
      </a:lvl4pPr>
      <a:lvl5pPr marL="1828800" indent="0" algn="r" defTabSz="914400" rtl="1" eaLnBrk="1" latinLnBrk="0" hangingPunct="1">
        <a:lnSpc>
          <a:spcPct val="90000"/>
        </a:lnSpc>
        <a:spcBef>
          <a:spcPts val="500"/>
        </a:spcBef>
        <a:buClr>
          <a:srgbClr val="D59F0E"/>
        </a:buClr>
        <a:buFont typeface="Arial" panose="020B0604020202020204" pitchFamily="34" charset="0"/>
        <a:buNone/>
        <a:defRPr sz="1800" kern="1200">
          <a:solidFill>
            <a:srgbClr val="002147"/>
          </a:solidFill>
          <a:latin typeface="Tahoma" panose="020B0604030504040204" pitchFamily="34" charset="0"/>
          <a:ea typeface="Tahoma" panose="020B0604030504040204" pitchFamily="34" charset="0"/>
          <a:cs typeface="Tahoma" panose="020B060403050404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9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hyperlink" Target="perceptron.mp4" TargetMode="External"/><Relationship Id="rId1" Type="http://schemas.openxmlformats.org/officeDocument/2006/relationships/slideLayout" Target="../slideLayouts/slideLayout9.xml"/><Relationship Id="rId4" Type="http://schemas.openxmlformats.org/officeDocument/2006/relationships/hyperlink" Target="https://www.youtube.com/watch?v=KcmIQ3zWYro" TargetMode="Externa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colab.research.google.com/drive/1eJ4eVr1cdU_wblmTtXlGzKMHYM6suEwQ?usp=sharing" TargetMode="Externa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hyperlink" Target="https://scikit-learn.org/stable/modules/generated/sklearn.svm.SVC.html" TargetMode="Externa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hyperlink" Target="https://colab.research.google.com/drive/1AipkhrrbiUoBJS64tZSPbf1WqjpclU4u?usp=sharing" TargetMode="Externa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s://colab.research.google.com/drive/1nOuo8opanRlS-YpHud6X5ihv0a1vUNaX?usp=sharing" TargetMode="External"/><Relationship Id="rId2" Type="http://schemas.openxmlformats.org/officeDocument/2006/relationships/hyperlink" Target="https://colab.research.google.com/drive/1VhUkUrnb1IHwwxnm2xey6wgv027N2Iql?usp=sharing" TargetMode="Externa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Toet3EiSFcM" TargetMode="External"/><Relationship Id="rId2" Type="http://schemas.openxmlformats.org/officeDocument/2006/relationships/hyperlink" Target="https://www.youtube.com/watch?v=OdlNM96sHio" TargetMode="External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hyperlink" Target="https://scikit-learn.org/stable/modules/generated/sklearn.svm.SVC.html" TargetMode="External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hyperlink" Target="https://colab.research.google.com/drive/1PqSTZKbMPEg__zRpghCCxS_0azDDWuy9?usp=drive_link" TargetMode="External"/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תמונה 3">
            <a:extLst>
              <a:ext uri="{FF2B5EF4-FFF2-40B4-BE49-F238E27FC236}">
                <a16:creationId xmlns:a16="http://schemas.microsoft.com/office/drawing/2014/main" id="{1D6580C9-373B-4AA9-A0F3-0242327E20C7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963" t="18467" r="18240" b="7508"/>
          <a:stretch/>
        </p:blipFill>
        <p:spPr>
          <a:xfrm>
            <a:off x="9297947" y="3047462"/>
            <a:ext cx="2865833" cy="1460565"/>
          </a:xfrm>
          <a:prstGeom prst="rect">
            <a:avLst/>
          </a:prstGeom>
        </p:spPr>
      </p:pic>
      <p:sp>
        <p:nvSpPr>
          <p:cNvPr id="5" name="מלבן: פינות מעוגלות 4">
            <a:extLst>
              <a:ext uri="{FF2B5EF4-FFF2-40B4-BE49-F238E27FC236}">
                <a16:creationId xmlns:a16="http://schemas.microsoft.com/office/drawing/2014/main" id="{01CD1AB7-830F-437E-A654-E4286C4BDF74}"/>
              </a:ext>
            </a:extLst>
          </p:cNvPr>
          <p:cNvSpPr/>
          <p:nvPr/>
        </p:nvSpPr>
        <p:spPr>
          <a:xfrm>
            <a:off x="6122342" y="1885245"/>
            <a:ext cx="6069658" cy="496712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Supervised Learning</a:t>
            </a:r>
            <a:endParaRPr lang="en-IL" dirty="0"/>
          </a:p>
        </p:txBody>
      </p:sp>
      <p:sp>
        <p:nvSpPr>
          <p:cNvPr id="6" name="מלבן: פינות מעוגלות 5">
            <a:extLst>
              <a:ext uri="{FF2B5EF4-FFF2-40B4-BE49-F238E27FC236}">
                <a16:creationId xmlns:a16="http://schemas.microsoft.com/office/drawing/2014/main" id="{8465680D-0B74-4A7F-A06C-4C0E82CCA02B}"/>
              </a:ext>
            </a:extLst>
          </p:cNvPr>
          <p:cNvSpPr/>
          <p:nvPr/>
        </p:nvSpPr>
        <p:spPr>
          <a:xfrm>
            <a:off x="9183514" y="2416350"/>
            <a:ext cx="2980267" cy="496712"/>
          </a:xfrm>
          <a:prstGeom prst="round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classification</a:t>
            </a:r>
            <a:endParaRPr lang="en-IL" dirty="0"/>
          </a:p>
        </p:txBody>
      </p:sp>
      <p:sp>
        <p:nvSpPr>
          <p:cNvPr id="12" name="מלבן: פינות מעוגלות 11">
            <a:extLst>
              <a:ext uri="{FF2B5EF4-FFF2-40B4-BE49-F238E27FC236}">
                <a16:creationId xmlns:a16="http://schemas.microsoft.com/office/drawing/2014/main" id="{B393AF99-34DF-4198-BBB4-81629094FAD9}"/>
              </a:ext>
            </a:extLst>
          </p:cNvPr>
          <p:cNvSpPr/>
          <p:nvPr/>
        </p:nvSpPr>
        <p:spPr>
          <a:xfrm>
            <a:off x="6122342" y="2405857"/>
            <a:ext cx="2980267" cy="496712"/>
          </a:xfrm>
          <a:prstGeom prst="round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Regression</a:t>
            </a:r>
            <a:endParaRPr lang="en-IL" dirty="0"/>
          </a:p>
        </p:txBody>
      </p:sp>
      <p:pic>
        <p:nvPicPr>
          <p:cNvPr id="15" name="תמונה 14">
            <a:extLst>
              <a:ext uri="{FF2B5EF4-FFF2-40B4-BE49-F238E27FC236}">
                <a16:creationId xmlns:a16="http://schemas.microsoft.com/office/drawing/2014/main" id="{70F8DAC4-0AEF-46CB-959F-ECAD6F18ECA9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21204" t="25124" r="19815" b="10996"/>
          <a:stretch/>
        </p:blipFill>
        <p:spPr>
          <a:xfrm>
            <a:off x="6389032" y="3076437"/>
            <a:ext cx="2571213" cy="1510745"/>
          </a:xfrm>
          <a:prstGeom prst="rect">
            <a:avLst/>
          </a:prstGeom>
        </p:spPr>
      </p:pic>
      <p:sp>
        <p:nvSpPr>
          <p:cNvPr id="13" name="מלבן: פינות מעוגלות 12">
            <a:extLst>
              <a:ext uri="{FF2B5EF4-FFF2-40B4-BE49-F238E27FC236}">
                <a16:creationId xmlns:a16="http://schemas.microsoft.com/office/drawing/2014/main" id="{CAED4504-50B6-465D-BDD9-D6FC623DFA8B}"/>
              </a:ext>
            </a:extLst>
          </p:cNvPr>
          <p:cNvSpPr/>
          <p:nvPr/>
        </p:nvSpPr>
        <p:spPr>
          <a:xfrm>
            <a:off x="3061172" y="1861344"/>
            <a:ext cx="3008488" cy="496712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Unsupervised Learning</a:t>
            </a:r>
            <a:endParaRPr lang="en-IL" dirty="0"/>
          </a:p>
        </p:txBody>
      </p:sp>
      <p:sp>
        <p:nvSpPr>
          <p:cNvPr id="14" name="מלבן: פינות מעוגלות 13">
            <a:extLst>
              <a:ext uri="{FF2B5EF4-FFF2-40B4-BE49-F238E27FC236}">
                <a16:creationId xmlns:a16="http://schemas.microsoft.com/office/drawing/2014/main" id="{37B7986A-DF8D-4B37-996E-6DCAB7C120C0}"/>
              </a:ext>
            </a:extLst>
          </p:cNvPr>
          <p:cNvSpPr/>
          <p:nvPr/>
        </p:nvSpPr>
        <p:spPr>
          <a:xfrm>
            <a:off x="3061171" y="2416350"/>
            <a:ext cx="2980267" cy="496712"/>
          </a:xfrm>
          <a:prstGeom prst="round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Clustering</a:t>
            </a:r>
            <a:endParaRPr lang="en-IL" dirty="0"/>
          </a:p>
        </p:txBody>
      </p:sp>
      <p:sp>
        <p:nvSpPr>
          <p:cNvPr id="16" name="מלבן: פינות מעוגלות 15">
            <a:extLst>
              <a:ext uri="{FF2B5EF4-FFF2-40B4-BE49-F238E27FC236}">
                <a16:creationId xmlns:a16="http://schemas.microsoft.com/office/drawing/2014/main" id="{69AD97C0-3CB8-4BFE-9B08-867B5F2D021D}"/>
              </a:ext>
            </a:extLst>
          </p:cNvPr>
          <p:cNvSpPr/>
          <p:nvPr/>
        </p:nvSpPr>
        <p:spPr>
          <a:xfrm>
            <a:off x="3663241" y="5096688"/>
            <a:ext cx="1253068" cy="496712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err="1"/>
              <a:t>KMeans</a:t>
            </a:r>
            <a:endParaRPr lang="en-IL" dirty="0"/>
          </a:p>
        </p:txBody>
      </p:sp>
      <p:pic>
        <p:nvPicPr>
          <p:cNvPr id="3" name="תמונה 2">
            <a:extLst>
              <a:ext uri="{FF2B5EF4-FFF2-40B4-BE49-F238E27FC236}">
                <a16:creationId xmlns:a16="http://schemas.microsoft.com/office/drawing/2014/main" id="{C3E99319-313D-44E8-A8AD-9CBF78F72754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8148" t="34792" r="35741" b="29863"/>
          <a:stretch/>
        </p:blipFill>
        <p:spPr>
          <a:xfrm>
            <a:off x="3098922" y="3232324"/>
            <a:ext cx="2904764" cy="992673"/>
          </a:xfrm>
          <a:prstGeom prst="rect">
            <a:avLst/>
          </a:prstGeom>
        </p:spPr>
      </p:pic>
      <p:sp>
        <p:nvSpPr>
          <p:cNvPr id="18" name="מלבן: פינות מעוגלות 17">
            <a:extLst>
              <a:ext uri="{FF2B5EF4-FFF2-40B4-BE49-F238E27FC236}">
                <a16:creationId xmlns:a16="http://schemas.microsoft.com/office/drawing/2014/main" id="{3488D1DC-C737-4D24-A6A2-86525EFEB0CC}"/>
              </a:ext>
            </a:extLst>
          </p:cNvPr>
          <p:cNvSpPr/>
          <p:nvPr/>
        </p:nvSpPr>
        <p:spPr>
          <a:xfrm>
            <a:off x="-3176" y="1854108"/>
            <a:ext cx="2980267" cy="496712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Reinforcement Learning</a:t>
            </a:r>
            <a:endParaRPr lang="en-IL" dirty="0"/>
          </a:p>
        </p:txBody>
      </p:sp>
      <p:sp>
        <p:nvSpPr>
          <p:cNvPr id="19" name="מלבן: פינות מעוגלות 18">
            <a:extLst>
              <a:ext uri="{FF2B5EF4-FFF2-40B4-BE49-F238E27FC236}">
                <a16:creationId xmlns:a16="http://schemas.microsoft.com/office/drawing/2014/main" id="{E053FD68-59AB-4B14-BC4F-91FEC4C471B1}"/>
              </a:ext>
            </a:extLst>
          </p:cNvPr>
          <p:cNvSpPr/>
          <p:nvPr/>
        </p:nvSpPr>
        <p:spPr>
          <a:xfrm>
            <a:off x="6985941" y="5090799"/>
            <a:ext cx="1253068" cy="496712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Linear regression</a:t>
            </a:r>
            <a:endParaRPr lang="en-IL" dirty="0"/>
          </a:p>
        </p:txBody>
      </p:sp>
      <p:sp>
        <p:nvSpPr>
          <p:cNvPr id="20" name="מלבן: פינות מעוגלות 19">
            <a:extLst>
              <a:ext uri="{FF2B5EF4-FFF2-40B4-BE49-F238E27FC236}">
                <a16:creationId xmlns:a16="http://schemas.microsoft.com/office/drawing/2014/main" id="{94063F9B-5690-4A1D-A1B2-C5463D3BC8F5}"/>
              </a:ext>
            </a:extLst>
          </p:cNvPr>
          <p:cNvSpPr/>
          <p:nvPr/>
        </p:nvSpPr>
        <p:spPr>
          <a:xfrm>
            <a:off x="9297946" y="4328890"/>
            <a:ext cx="1253068" cy="496712"/>
          </a:xfrm>
          <a:prstGeom prst="round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KNN</a:t>
            </a:r>
            <a:endParaRPr lang="en-IL" dirty="0"/>
          </a:p>
        </p:txBody>
      </p:sp>
      <p:sp>
        <p:nvSpPr>
          <p:cNvPr id="21" name="מלבן: פינות מעוגלות 20">
            <a:extLst>
              <a:ext uri="{FF2B5EF4-FFF2-40B4-BE49-F238E27FC236}">
                <a16:creationId xmlns:a16="http://schemas.microsoft.com/office/drawing/2014/main" id="{4B8B6F7A-A41D-4F59-9D72-D0EE77B3E595}"/>
              </a:ext>
            </a:extLst>
          </p:cNvPr>
          <p:cNvSpPr/>
          <p:nvPr/>
        </p:nvSpPr>
        <p:spPr>
          <a:xfrm>
            <a:off x="10662154" y="5551093"/>
            <a:ext cx="1253068" cy="496712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Deep Learning</a:t>
            </a:r>
            <a:endParaRPr lang="en-IL" dirty="0"/>
          </a:p>
        </p:txBody>
      </p:sp>
      <p:sp>
        <p:nvSpPr>
          <p:cNvPr id="22" name="מלבן: פינות מעוגלות 21">
            <a:extLst>
              <a:ext uri="{FF2B5EF4-FFF2-40B4-BE49-F238E27FC236}">
                <a16:creationId xmlns:a16="http://schemas.microsoft.com/office/drawing/2014/main" id="{79F21206-55D5-4455-8242-96085D65CD63}"/>
              </a:ext>
            </a:extLst>
          </p:cNvPr>
          <p:cNvSpPr/>
          <p:nvPr/>
        </p:nvSpPr>
        <p:spPr>
          <a:xfrm>
            <a:off x="9297946" y="5551093"/>
            <a:ext cx="1253068" cy="496712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Neural Networks</a:t>
            </a:r>
            <a:endParaRPr lang="en-IL" dirty="0"/>
          </a:p>
        </p:txBody>
      </p:sp>
      <p:sp>
        <p:nvSpPr>
          <p:cNvPr id="7" name="מציין מיקום טקסט 6">
            <a:extLst>
              <a:ext uri="{FF2B5EF4-FFF2-40B4-BE49-F238E27FC236}">
                <a16:creationId xmlns:a16="http://schemas.microsoft.com/office/drawing/2014/main" id="{C506FF36-782A-4535-8118-DAC85759C50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he-IL" dirty="0"/>
              <a:t>סוגי מכונות לומדות</a:t>
            </a:r>
            <a:endParaRPr lang="en-IL" dirty="0"/>
          </a:p>
        </p:txBody>
      </p:sp>
      <p:sp>
        <p:nvSpPr>
          <p:cNvPr id="23" name="מלבן: פינות מעוגלות 22">
            <a:extLst>
              <a:ext uri="{FF2B5EF4-FFF2-40B4-BE49-F238E27FC236}">
                <a16:creationId xmlns:a16="http://schemas.microsoft.com/office/drawing/2014/main" id="{92B6E902-AE32-4E10-A1E6-319AEC94D26E}"/>
              </a:ext>
            </a:extLst>
          </p:cNvPr>
          <p:cNvSpPr/>
          <p:nvPr/>
        </p:nvSpPr>
        <p:spPr>
          <a:xfrm>
            <a:off x="-3177" y="2405857"/>
            <a:ext cx="2980267" cy="496712"/>
          </a:xfrm>
          <a:prstGeom prst="round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Agent Control</a:t>
            </a:r>
            <a:endParaRPr lang="en-IL" dirty="0"/>
          </a:p>
        </p:txBody>
      </p:sp>
      <p:pic>
        <p:nvPicPr>
          <p:cNvPr id="24" name="Picture 2" descr="What is Reinforcement Learning?">
            <a:extLst>
              <a:ext uri="{FF2B5EF4-FFF2-40B4-BE49-F238E27FC236}">
                <a16:creationId xmlns:a16="http://schemas.microsoft.com/office/drawing/2014/main" id="{E226E704-85C5-4E0B-8261-9A302CEEC68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764" y="3155635"/>
            <a:ext cx="3093036" cy="20096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5" name="מלבן: פינות מעוגלות 24">
            <a:extLst>
              <a:ext uri="{FF2B5EF4-FFF2-40B4-BE49-F238E27FC236}">
                <a16:creationId xmlns:a16="http://schemas.microsoft.com/office/drawing/2014/main" id="{F27A0A69-65C5-4F75-A719-040F689B5ED0}"/>
              </a:ext>
            </a:extLst>
          </p:cNvPr>
          <p:cNvSpPr/>
          <p:nvPr/>
        </p:nvSpPr>
        <p:spPr>
          <a:xfrm>
            <a:off x="219355" y="5125302"/>
            <a:ext cx="1253068" cy="496712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Deep</a:t>
            </a:r>
          </a:p>
          <a:p>
            <a:pPr algn="ctr"/>
            <a:r>
              <a:rPr lang="en-US" sz="1200" dirty="0"/>
              <a:t>Reinforced Learning</a:t>
            </a:r>
            <a:endParaRPr lang="en-IL" sz="1200" dirty="0"/>
          </a:p>
        </p:txBody>
      </p:sp>
      <p:sp>
        <p:nvSpPr>
          <p:cNvPr id="26" name="מלבן: פינות מעוגלות 25">
            <a:extLst>
              <a:ext uri="{FF2B5EF4-FFF2-40B4-BE49-F238E27FC236}">
                <a16:creationId xmlns:a16="http://schemas.microsoft.com/office/drawing/2014/main" id="{8F85AA9C-7B9A-4C37-97D0-CD84FA5AB4AE}"/>
              </a:ext>
            </a:extLst>
          </p:cNvPr>
          <p:cNvSpPr/>
          <p:nvPr/>
        </p:nvSpPr>
        <p:spPr>
          <a:xfrm>
            <a:off x="10662154" y="4916947"/>
            <a:ext cx="1253068" cy="496712"/>
          </a:xfrm>
          <a:prstGeom prst="round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SVM</a:t>
            </a:r>
            <a:endParaRPr lang="en-IL" dirty="0"/>
          </a:p>
        </p:txBody>
      </p:sp>
      <p:sp>
        <p:nvSpPr>
          <p:cNvPr id="27" name="מלבן: פינות מעוגלות 26">
            <a:extLst>
              <a:ext uri="{FF2B5EF4-FFF2-40B4-BE49-F238E27FC236}">
                <a16:creationId xmlns:a16="http://schemas.microsoft.com/office/drawing/2014/main" id="{182AA68A-728C-429C-91DC-F476AF29E261}"/>
              </a:ext>
            </a:extLst>
          </p:cNvPr>
          <p:cNvSpPr/>
          <p:nvPr/>
        </p:nvSpPr>
        <p:spPr>
          <a:xfrm>
            <a:off x="9297946" y="4948255"/>
            <a:ext cx="1253068" cy="496712"/>
          </a:xfrm>
          <a:prstGeom prst="round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e-IL" dirty="0"/>
              <a:t>פרספטרון</a:t>
            </a:r>
            <a:endParaRPr lang="en-IL" dirty="0"/>
          </a:p>
        </p:txBody>
      </p:sp>
    </p:spTree>
    <p:extLst>
      <p:ext uri="{BB962C8B-B14F-4D97-AF65-F5344CB8AC3E}">
        <p14:creationId xmlns:p14="http://schemas.microsoft.com/office/powerpoint/2010/main" val="8611172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DAD3F651-2468-4C8C-B64A-D023FC70D0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94756" y="2327275"/>
            <a:ext cx="8159044" cy="1325563"/>
          </a:xfrm>
        </p:spPr>
        <p:txBody>
          <a:bodyPr/>
          <a:lstStyle/>
          <a:p>
            <a:r>
              <a:rPr lang="he-IL" dirty="0"/>
              <a:t>פרספטרון</a:t>
            </a:r>
            <a:endParaRPr lang="en-IL" dirty="0"/>
          </a:p>
        </p:txBody>
      </p:sp>
    </p:spTree>
    <p:extLst>
      <p:ext uri="{BB962C8B-B14F-4D97-AF65-F5344CB8AC3E}">
        <p14:creationId xmlns:p14="http://schemas.microsoft.com/office/powerpoint/2010/main" val="520406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מציין מיקום תוכן 1">
                <a:extLst>
                  <a:ext uri="{FF2B5EF4-FFF2-40B4-BE49-F238E27FC236}">
                    <a16:creationId xmlns:a16="http://schemas.microsoft.com/office/drawing/2014/main" id="{3F7B4BC4-4F50-4FDF-8F10-263E4571C62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algn="l" rtl="0"/>
                <a:r>
                  <a:rPr lang="en-US" dirty="0"/>
                  <a:t>z =  	w</a:t>
                </a:r>
                <a:r>
                  <a:rPr lang="en-US" baseline="-25000" dirty="0"/>
                  <a:t>1</a:t>
                </a:r>
                <a:r>
                  <a:rPr lang="en-US" dirty="0"/>
                  <a:t> * x</a:t>
                </a:r>
                <a:r>
                  <a:rPr lang="en-US" baseline="-25000" dirty="0"/>
                  <a:t>1</a:t>
                </a:r>
                <a:r>
                  <a:rPr lang="en-US" dirty="0"/>
                  <a:t> + w</a:t>
                </a:r>
                <a:r>
                  <a:rPr lang="en-US" baseline="-25000" dirty="0"/>
                  <a:t>2</a:t>
                </a:r>
                <a:r>
                  <a:rPr lang="en-US" dirty="0"/>
                  <a:t> * x</a:t>
                </a:r>
                <a:r>
                  <a:rPr lang="en-US" baseline="-25000" dirty="0"/>
                  <a:t>2</a:t>
                </a:r>
                <a:r>
                  <a:rPr lang="en-US" dirty="0"/>
                  <a:t> + … + </a:t>
                </a:r>
                <a:r>
                  <a:rPr lang="en-US" dirty="0" err="1"/>
                  <a:t>w</a:t>
                </a:r>
                <a:r>
                  <a:rPr lang="en-US" baseline="-25000" dirty="0" err="1"/>
                  <a:t>n</a:t>
                </a:r>
                <a:r>
                  <a:rPr lang="en-US" dirty="0"/>
                  <a:t> * </a:t>
                </a:r>
                <a:r>
                  <a:rPr lang="en-US" dirty="0" err="1"/>
                  <a:t>x</a:t>
                </a:r>
                <a:r>
                  <a:rPr lang="en-US" baseline="-25000" dirty="0" err="1"/>
                  <a:t>n</a:t>
                </a:r>
                <a:r>
                  <a:rPr lang="en-US" dirty="0"/>
                  <a:t> + b</a:t>
                </a:r>
              </a:p>
              <a:p>
                <a:pPr algn="l" rtl="0"/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acc>
                  </m:oMath>
                </a14:m>
                <a:r>
                  <a:rPr lang="en-US" dirty="0"/>
                  <a:t> =  1  if z &gt; 0, </a:t>
                </a:r>
              </a:p>
              <a:p>
                <a:pPr algn="l" rtl="0"/>
                <a:r>
                  <a:rPr lang="en-US" dirty="0"/>
                  <a:t>       0  if z &lt;= 0</a:t>
                </a:r>
                <a:endParaRPr lang="en-IL" dirty="0"/>
              </a:p>
            </p:txBody>
          </p:sp>
        </mc:Choice>
        <mc:Fallback xmlns="">
          <p:sp>
            <p:nvSpPr>
              <p:cNvPr id="2" name="מציין מיקום תוכן 1">
                <a:extLst>
                  <a:ext uri="{FF2B5EF4-FFF2-40B4-BE49-F238E27FC236}">
                    <a16:creationId xmlns:a16="http://schemas.microsoft.com/office/drawing/2014/main" id="{3F7B4BC4-4F50-4FDF-8F10-263E4571C62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120" t="-2016"/>
                </a:stretch>
              </a:blipFill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מציין מיקום טקסט 2">
            <a:extLst>
              <a:ext uri="{FF2B5EF4-FFF2-40B4-BE49-F238E27FC236}">
                <a16:creationId xmlns:a16="http://schemas.microsoft.com/office/drawing/2014/main" id="{B30E3C45-2AD0-4D06-A118-A6B86CE66321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he-IL" dirty="0"/>
              <a:t>החלטה על ידי פרספטרון</a:t>
            </a:r>
            <a:endParaRPr lang="en-IL" dirty="0"/>
          </a:p>
        </p:txBody>
      </p:sp>
      <p:sp>
        <p:nvSpPr>
          <p:cNvPr id="5" name="אליפסה 4">
            <a:extLst>
              <a:ext uri="{FF2B5EF4-FFF2-40B4-BE49-F238E27FC236}">
                <a16:creationId xmlns:a16="http://schemas.microsoft.com/office/drawing/2014/main" id="{6B35A90C-CE68-4C12-A607-4983751D75C2}"/>
              </a:ext>
            </a:extLst>
          </p:cNvPr>
          <p:cNvSpPr/>
          <p:nvPr/>
        </p:nvSpPr>
        <p:spPr>
          <a:xfrm>
            <a:off x="8490512" y="3534777"/>
            <a:ext cx="790222" cy="792293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+</a:t>
            </a:r>
            <a:endParaRPr lang="en-IL" dirty="0"/>
          </a:p>
        </p:txBody>
      </p:sp>
      <p:sp>
        <p:nvSpPr>
          <p:cNvPr id="6" name="אליפסה 5">
            <a:extLst>
              <a:ext uri="{FF2B5EF4-FFF2-40B4-BE49-F238E27FC236}">
                <a16:creationId xmlns:a16="http://schemas.microsoft.com/office/drawing/2014/main" id="{378EDA65-A329-41D1-8EFC-9065EC486883}"/>
              </a:ext>
            </a:extLst>
          </p:cNvPr>
          <p:cNvSpPr/>
          <p:nvPr/>
        </p:nvSpPr>
        <p:spPr>
          <a:xfrm>
            <a:off x="10128380" y="3534777"/>
            <a:ext cx="790222" cy="792293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&gt;=0</a:t>
            </a:r>
            <a:endParaRPr lang="he-IL" dirty="0"/>
          </a:p>
        </p:txBody>
      </p:sp>
      <p:sp>
        <p:nvSpPr>
          <p:cNvPr id="7" name="אליפסה 6">
            <a:extLst>
              <a:ext uri="{FF2B5EF4-FFF2-40B4-BE49-F238E27FC236}">
                <a16:creationId xmlns:a16="http://schemas.microsoft.com/office/drawing/2014/main" id="{EF8E4985-60C4-47E0-838A-C982962DB026}"/>
              </a:ext>
            </a:extLst>
          </p:cNvPr>
          <p:cNvSpPr/>
          <p:nvPr/>
        </p:nvSpPr>
        <p:spPr>
          <a:xfrm>
            <a:off x="6172411" y="2498244"/>
            <a:ext cx="469546" cy="486006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X</a:t>
            </a:r>
            <a:endParaRPr lang="en-IL" dirty="0"/>
          </a:p>
        </p:txBody>
      </p:sp>
      <p:sp>
        <p:nvSpPr>
          <p:cNvPr id="8" name="אליפסה 7">
            <a:extLst>
              <a:ext uri="{FF2B5EF4-FFF2-40B4-BE49-F238E27FC236}">
                <a16:creationId xmlns:a16="http://schemas.microsoft.com/office/drawing/2014/main" id="{8B35A01D-D778-4CA2-8365-130F108FF945}"/>
              </a:ext>
            </a:extLst>
          </p:cNvPr>
          <p:cNvSpPr/>
          <p:nvPr/>
        </p:nvSpPr>
        <p:spPr>
          <a:xfrm>
            <a:off x="6172411" y="3547692"/>
            <a:ext cx="469546" cy="486006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X</a:t>
            </a:r>
            <a:endParaRPr lang="en-IL" dirty="0"/>
          </a:p>
        </p:txBody>
      </p:sp>
      <p:cxnSp>
        <p:nvCxnSpPr>
          <p:cNvPr id="9" name="מחבר חץ ישר 8">
            <a:extLst>
              <a:ext uri="{FF2B5EF4-FFF2-40B4-BE49-F238E27FC236}">
                <a16:creationId xmlns:a16="http://schemas.microsoft.com/office/drawing/2014/main" id="{427B62AF-34F5-408F-B896-4A3B0A788A45}"/>
              </a:ext>
            </a:extLst>
          </p:cNvPr>
          <p:cNvCxnSpPr>
            <a:stCxn id="7" idx="6"/>
            <a:endCxn id="5" idx="2"/>
          </p:cNvCxnSpPr>
          <p:nvPr/>
        </p:nvCxnSpPr>
        <p:spPr>
          <a:xfrm>
            <a:off x="6641957" y="2741247"/>
            <a:ext cx="1848555" cy="118967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מחבר חץ ישר 9">
            <a:extLst>
              <a:ext uri="{FF2B5EF4-FFF2-40B4-BE49-F238E27FC236}">
                <a16:creationId xmlns:a16="http://schemas.microsoft.com/office/drawing/2014/main" id="{88EADA08-F16E-4499-AB26-F3763E0CC988}"/>
              </a:ext>
            </a:extLst>
          </p:cNvPr>
          <p:cNvCxnSpPr>
            <a:stCxn id="8" idx="6"/>
            <a:endCxn id="5" idx="2"/>
          </p:cNvCxnSpPr>
          <p:nvPr/>
        </p:nvCxnSpPr>
        <p:spPr>
          <a:xfrm>
            <a:off x="6641957" y="3790695"/>
            <a:ext cx="1848555" cy="14022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מחבר חץ ישר 10">
            <a:extLst>
              <a:ext uri="{FF2B5EF4-FFF2-40B4-BE49-F238E27FC236}">
                <a16:creationId xmlns:a16="http://schemas.microsoft.com/office/drawing/2014/main" id="{B662E1AD-6689-486B-8DD6-647AAC02E926}"/>
              </a:ext>
            </a:extLst>
          </p:cNvPr>
          <p:cNvCxnSpPr>
            <a:cxnSpLocks/>
            <a:endCxn id="7" idx="2"/>
          </p:cNvCxnSpPr>
          <p:nvPr/>
        </p:nvCxnSpPr>
        <p:spPr>
          <a:xfrm>
            <a:off x="5597733" y="2741247"/>
            <a:ext cx="57467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מחבר חץ ישר 11">
            <a:extLst>
              <a:ext uri="{FF2B5EF4-FFF2-40B4-BE49-F238E27FC236}">
                <a16:creationId xmlns:a16="http://schemas.microsoft.com/office/drawing/2014/main" id="{C012FDA1-A10F-4809-A094-C4DE5FF70F4A}"/>
              </a:ext>
            </a:extLst>
          </p:cNvPr>
          <p:cNvCxnSpPr>
            <a:cxnSpLocks/>
            <a:endCxn id="8" idx="2"/>
          </p:cNvCxnSpPr>
          <p:nvPr/>
        </p:nvCxnSpPr>
        <p:spPr>
          <a:xfrm>
            <a:off x="5597731" y="3790695"/>
            <a:ext cx="57468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מחבר חץ ישר 14">
            <a:extLst>
              <a:ext uri="{FF2B5EF4-FFF2-40B4-BE49-F238E27FC236}">
                <a16:creationId xmlns:a16="http://schemas.microsoft.com/office/drawing/2014/main" id="{4DB99A26-2958-478F-8685-D1565B451AAB}"/>
              </a:ext>
            </a:extLst>
          </p:cNvPr>
          <p:cNvCxnSpPr>
            <a:stCxn id="5" idx="6"/>
            <a:endCxn id="6" idx="2"/>
          </p:cNvCxnSpPr>
          <p:nvPr/>
        </p:nvCxnSpPr>
        <p:spPr>
          <a:xfrm>
            <a:off x="9280734" y="3930924"/>
            <a:ext cx="84764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מחבר חץ ישר 15">
            <a:extLst>
              <a:ext uri="{FF2B5EF4-FFF2-40B4-BE49-F238E27FC236}">
                <a16:creationId xmlns:a16="http://schemas.microsoft.com/office/drawing/2014/main" id="{BB3DC00B-CC77-4509-85BF-40D0EBD8DC83}"/>
              </a:ext>
            </a:extLst>
          </p:cNvPr>
          <p:cNvCxnSpPr>
            <a:stCxn id="6" idx="6"/>
          </p:cNvCxnSpPr>
          <p:nvPr/>
        </p:nvCxnSpPr>
        <p:spPr>
          <a:xfrm flipV="1">
            <a:off x="10918602" y="3930923"/>
            <a:ext cx="841022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מחבר חץ ישר 18">
            <a:extLst>
              <a:ext uri="{FF2B5EF4-FFF2-40B4-BE49-F238E27FC236}">
                <a16:creationId xmlns:a16="http://schemas.microsoft.com/office/drawing/2014/main" id="{649D807A-6671-472F-9340-664CC0ED16D9}"/>
              </a:ext>
            </a:extLst>
          </p:cNvPr>
          <p:cNvCxnSpPr>
            <a:cxnSpLocks/>
            <a:endCxn id="5" idx="4"/>
          </p:cNvCxnSpPr>
          <p:nvPr/>
        </p:nvCxnSpPr>
        <p:spPr>
          <a:xfrm flipV="1">
            <a:off x="8885623" y="4327070"/>
            <a:ext cx="0" cy="85497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תיבת טקסט 20">
            <a:extLst>
              <a:ext uri="{FF2B5EF4-FFF2-40B4-BE49-F238E27FC236}">
                <a16:creationId xmlns:a16="http://schemas.microsoft.com/office/drawing/2014/main" id="{2EA928FE-98BC-4ED9-9082-6582D56B4A2A}"/>
              </a:ext>
            </a:extLst>
          </p:cNvPr>
          <p:cNvSpPr txBox="1"/>
          <p:nvPr/>
        </p:nvSpPr>
        <p:spPr>
          <a:xfrm>
            <a:off x="6172411" y="3097928"/>
            <a:ext cx="5068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W1</a:t>
            </a:r>
            <a:endParaRPr lang="en-IL" dirty="0"/>
          </a:p>
        </p:txBody>
      </p:sp>
      <p:sp>
        <p:nvSpPr>
          <p:cNvPr id="22" name="תיבת טקסט 21">
            <a:extLst>
              <a:ext uri="{FF2B5EF4-FFF2-40B4-BE49-F238E27FC236}">
                <a16:creationId xmlns:a16="http://schemas.microsoft.com/office/drawing/2014/main" id="{F61E3B71-C473-4E97-8189-8D2C92ED4D1B}"/>
              </a:ext>
            </a:extLst>
          </p:cNvPr>
          <p:cNvSpPr txBox="1"/>
          <p:nvPr/>
        </p:nvSpPr>
        <p:spPr>
          <a:xfrm>
            <a:off x="6172411" y="4173927"/>
            <a:ext cx="5068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W2</a:t>
            </a:r>
            <a:endParaRPr lang="en-IL" dirty="0"/>
          </a:p>
        </p:txBody>
      </p:sp>
      <p:sp>
        <p:nvSpPr>
          <p:cNvPr id="23" name="תיבת טקסט 22">
            <a:extLst>
              <a:ext uri="{FF2B5EF4-FFF2-40B4-BE49-F238E27FC236}">
                <a16:creationId xmlns:a16="http://schemas.microsoft.com/office/drawing/2014/main" id="{DAC09C42-A554-439D-8852-9D02E49D2BC7}"/>
              </a:ext>
            </a:extLst>
          </p:cNvPr>
          <p:cNvSpPr txBox="1"/>
          <p:nvPr/>
        </p:nvSpPr>
        <p:spPr>
          <a:xfrm>
            <a:off x="8732376" y="5166717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</a:t>
            </a:r>
            <a:endParaRPr lang="en-IL" dirty="0"/>
          </a:p>
        </p:txBody>
      </p:sp>
      <p:cxnSp>
        <p:nvCxnSpPr>
          <p:cNvPr id="25" name="מחבר חץ ישר 24">
            <a:extLst>
              <a:ext uri="{FF2B5EF4-FFF2-40B4-BE49-F238E27FC236}">
                <a16:creationId xmlns:a16="http://schemas.microsoft.com/office/drawing/2014/main" id="{A3A40199-E387-45DD-A6D4-42DC8980CE42}"/>
              </a:ext>
            </a:extLst>
          </p:cNvPr>
          <p:cNvCxnSpPr>
            <a:cxnSpLocks/>
            <a:endCxn id="7" idx="4"/>
          </p:cNvCxnSpPr>
          <p:nvPr/>
        </p:nvCxnSpPr>
        <p:spPr>
          <a:xfrm flipV="1">
            <a:off x="6407184" y="2984250"/>
            <a:ext cx="0" cy="21226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מחבר חץ ישר 25">
            <a:extLst>
              <a:ext uri="{FF2B5EF4-FFF2-40B4-BE49-F238E27FC236}">
                <a16:creationId xmlns:a16="http://schemas.microsoft.com/office/drawing/2014/main" id="{8F30ED59-28BD-46A4-8EE0-71D8C873D59A}"/>
              </a:ext>
            </a:extLst>
          </p:cNvPr>
          <p:cNvCxnSpPr>
            <a:cxnSpLocks/>
            <a:endCxn id="8" idx="4"/>
          </p:cNvCxnSpPr>
          <p:nvPr/>
        </p:nvCxnSpPr>
        <p:spPr>
          <a:xfrm flipV="1">
            <a:off x="6407182" y="4033698"/>
            <a:ext cx="2" cy="22548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אליפסה 29">
            <a:extLst>
              <a:ext uri="{FF2B5EF4-FFF2-40B4-BE49-F238E27FC236}">
                <a16:creationId xmlns:a16="http://schemas.microsoft.com/office/drawing/2014/main" id="{C41EBC77-BCEC-4A87-AA86-C092D1909502}"/>
              </a:ext>
            </a:extLst>
          </p:cNvPr>
          <p:cNvSpPr/>
          <p:nvPr/>
        </p:nvSpPr>
        <p:spPr>
          <a:xfrm>
            <a:off x="6172411" y="4723469"/>
            <a:ext cx="469546" cy="486006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X</a:t>
            </a:r>
            <a:endParaRPr lang="en-IL" dirty="0"/>
          </a:p>
        </p:txBody>
      </p:sp>
      <p:cxnSp>
        <p:nvCxnSpPr>
          <p:cNvPr id="31" name="מחבר חץ ישר 30">
            <a:extLst>
              <a:ext uri="{FF2B5EF4-FFF2-40B4-BE49-F238E27FC236}">
                <a16:creationId xmlns:a16="http://schemas.microsoft.com/office/drawing/2014/main" id="{A43D2AC7-269F-4C7A-8EB3-BAA33CDA74DE}"/>
              </a:ext>
            </a:extLst>
          </p:cNvPr>
          <p:cNvCxnSpPr>
            <a:cxnSpLocks/>
            <a:stCxn id="30" idx="6"/>
            <a:endCxn id="5" idx="2"/>
          </p:cNvCxnSpPr>
          <p:nvPr/>
        </p:nvCxnSpPr>
        <p:spPr>
          <a:xfrm flipV="1">
            <a:off x="6641957" y="3930924"/>
            <a:ext cx="1848555" cy="103554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מחבר חץ ישר 31">
            <a:extLst>
              <a:ext uri="{FF2B5EF4-FFF2-40B4-BE49-F238E27FC236}">
                <a16:creationId xmlns:a16="http://schemas.microsoft.com/office/drawing/2014/main" id="{50E8874E-448C-4B50-BB0A-135A9431EAD2}"/>
              </a:ext>
            </a:extLst>
          </p:cNvPr>
          <p:cNvCxnSpPr>
            <a:cxnSpLocks/>
            <a:endCxn id="30" idx="2"/>
          </p:cNvCxnSpPr>
          <p:nvPr/>
        </p:nvCxnSpPr>
        <p:spPr>
          <a:xfrm>
            <a:off x="5597731" y="4966472"/>
            <a:ext cx="57468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תיבת טקסט 34">
            <a:extLst>
              <a:ext uri="{FF2B5EF4-FFF2-40B4-BE49-F238E27FC236}">
                <a16:creationId xmlns:a16="http://schemas.microsoft.com/office/drawing/2014/main" id="{EF7AFBE1-2DA8-488F-A1A5-29CDC76AF0E5}"/>
              </a:ext>
            </a:extLst>
          </p:cNvPr>
          <p:cNvSpPr txBox="1"/>
          <p:nvPr/>
        </p:nvSpPr>
        <p:spPr>
          <a:xfrm>
            <a:off x="6154709" y="5353391"/>
            <a:ext cx="5049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Wn</a:t>
            </a:r>
            <a:endParaRPr lang="en-IL" dirty="0"/>
          </a:p>
        </p:txBody>
      </p:sp>
      <p:cxnSp>
        <p:nvCxnSpPr>
          <p:cNvPr id="37" name="מחבר חץ ישר 36">
            <a:extLst>
              <a:ext uri="{FF2B5EF4-FFF2-40B4-BE49-F238E27FC236}">
                <a16:creationId xmlns:a16="http://schemas.microsoft.com/office/drawing/2014/main" id="{D5540E9D-2836-4DCA-A1A2-9D34C1046854}"/>
              </a:ext>
            </a:extLst>
          </p:cNvPr>
          <p:cNvCxnSpPr>
            <a:cxnSpLocks/>
            <a:endCxn id="30" idx="4"/>
          </p:cNvCxnSpPr>
          <p:nvPr/>
        </p:nvCxnSpPr>
        <p:spPr>
          <a:xfrm flipV="1">
            <a:off x="6407182" y="5209475"/>
            <a:ext cx="2" cy="22548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תיבת טקסט 41">
            <a:extLst>
              <a:ext uri="{FF2B5EF4-FFF2-40B4-BE49-F238E27FC236}">
                <a16:creationId xmlns:a16="http://schemas.microsoft.com/office/drawing/2014/main" id="{F3965AF8-B521-4630-91FD-9076CFCA6796}"/>
              </a:ext>
            </a:extLst>
          </p:cNvPr>
          <p:cNvSpPr txBox="1"/>
          <p:nvPr/>
        </p:nvSpPr>
        <p:spPr>
          <a:xfrm>
            <a:off x="5548155" y="2415843"/>
            <a:ext cx="4219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X1</a:t>
            </a:r>
            <a:endParaRPr lang="en-IL" dirty="0"/>
          </a:p>
        </p:txBody>
      </p:sp>
      <p:sp>
        <p:nvSpPr>
          <p:cNvPr id="43" name="תיבת טקסט 42">
            <a:extLst>
              <a:ext uri="{FF2B5EF4-FFF2-40B4-BE49-F238E27FC236}">
                <a16:creationId xmlns:a16="http://schemas.microsoft.com/office/drawing/2014/main" id="{8D6147C2-5640-427A-A22E-DC5CC4B7D2D6}"/>
              </a:ext>
            </a:extLst>
          </p:cNvPr>
          <p:cNvSpPr txBox="1"/>
          <p:nvPr/>
        </p:nvSpPr>
        <p:spPr>
          <a:xfrm>
            <a:off x="5548155" y="3457172"/>
            <a:ext cx="4219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X2</a:t>
            </a:r>
            <a:endParaRPr lang="en-IL" dirty="0"/>
          </a:p>
        </p:txBody>
      </p:sp>
      <p:sp>
        <p:nvSpPr>
          <p:cNvPr id="44" name="תיבת טקסט 43">
            <a:extLst>
              <a:ext uri="{FF2B5EF4-FFF2-40B4-BE49-F238E27FC236}">
                <a16:creationId xmlns:a16="http://schemas.microsoft.com/office/drawing/2014/main" id="{1BA8DCC4-2E03-4BA4-982D-916ED3623BD3}"/>
              </a:ext>
            </a:extLst>
          </p:cNvPr>
          <p:cNvSpPr txBox="1"/>
          <p:nvPr/>
        </p:nvSpPr>
        <p:spPr>
          <a:xfrm>
            <a:off x="5561920" y="4622694"/>
            <a:ext cx="4267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Xn</a:t>
            </a:r>
            <a:endParaRPr lang="en-IL" dirty="0"/>
          </a:p>
        </p:txBody>
      </p:sp>
      <p:sp>
        <p:nvSpPr>
          <p:cNvPr id="4" name="תיבת טקסט 3">
            <a:extLst>
              <a:ext uri="{FF2B5EF4-FFF2-40B4-BE49-F238E27FC236}">
                <a16:creationId xmlns:a16="http://schemas.microsoft.com/office/drawing/2014/main" id="{D337D332-3044-4291-8714-E7604DC061CF}"/>
              </a:ext>
            </a:extLst>
          </p:cNvPr>
          <p:cNvSpPr txBox="1"/>
          <p:nvPr/>
        </p:nvSpPr>
        <p:spPr>
          <a:xfrm>
            <a:off x="9566284" y="3582203"/>
            <a:ext cx="2920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Z</a:t>
            </a:r>
            <a:endParaRPr lang="en-IL" dirty="0"/>
          </a:p>
        </p:txBody>
      </p:sp>
    </p:spTree>
    <p:extLst>
      <p:ext uri="{BB962C8B-B14F-4D97-AF65-F5344CB8AC3E}">
        <p14:creationId xmlns:p14="http://schemas.microsoft.com/office/powerpoint/2010/main" val="34270113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מציין מיקום טקסט 2">
            <a:extLst>
              <a:ext uri="{FF2B5EF4-FFF2-40B4-BE49-F238E27FC236}">
                <a16:creationId xmlns:a16="http://schemas.microsoft.com/office/drawing/2014/main" id="{857991AD-F029-4FAD-B907-515E37DEE27D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he-IL" dirty="0"/>
              <a:t>אלגוריתם הלמידה של </a:t>
            </a:r>
            <a:r>
              <a:rPr lang="he-IL" dirty="0" err="1"/>
              <a:t>הפרספטרון</a:t>
            </a:r>
            <a:endParaRPr lang="en-IL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מציין מיקום תוכן 1">
                <a:extLst>
                  <a:ext uri="{FF2B5EF4-FFF2-40B4-BE49-F238E27FC236}">
                    <a16:creationId xmlns:a16="http://schemas.microsoft.com/office/drawing/2014/main" id="{CF184D82-1875-4FF1-B583-C64BBF991F1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52425" y="1825625"/>
                <a:ext cx="11430000" cy="3784600"/>
              </a:xfrm>
            </p:spPr>
            <p:txBody>
              <a:bodyPr>
                <a:normAutofit fontScale="92500" lnSpcReduction="20000"/>
              </a:bodyPr>
              <a:lstStyle/>
              <a:p>
                <a:pPr algn="l" rtl="0"/>
                <a:r>
                  <a:rPr lang="en-US" dirty="0"/>
                  <a:t>Initialize </a:t>
                </a:r>
                <a:r>
                  <a:rPr lang="en-US" dirty="0" err="1"/>
                  <a:t>w,b</a:t>
                </a:r>
                <a:r>
                  <a:rPr lang="en-US" dirty="0"/>
                  <a:t> to 0</a:t>
                </a:r>
              </a:p>
              <a:p>
                <a:pPr algn="l" rtl="0"/>
                <a:r>
                  <a:rPr lang="en-US" dirty="0"/>
                  <a:t>While not all samples are classified correctly:</a:t>
                </a:r>
              </a:p>
              <a:p>
                <a:pPr algn="l" rtl="0"/>
                <a:r>
                  <a:rPr lang="en-US" dirty="0"/>
                  <a:t>	For each sample </a:t>
                </a:r>
                <a:r>
                  <a:rPr lang="en-US" dirty="0" err="1"/>
                  <a:t>x,y</a:t>
                </a:r>
                <a:r>
                  <a:rPr lang="en-US" dirty="0"/>
                  <a:t>:</a:t>
                </a:r>
              </a:p>
              <a:p>
                <a:pPr algn="l" rtl="0"/>
                <a:r>
                  <a:rPr lang="en-US" dirty="0"/>
                  <a:t>		if y is 1 but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acc>
                  </m:oMath>
                </a14:m>
                <a:r>
                  <a:rPr lang="en-US" dirty="0"/>
                  <a:t> is 0:</a:t>
                </a:r>
              </a:p>
              <a:p>
                <a:pPr algn="l" rtl="0"/>
                <a:r>
                  <a:rPr lang="en-US" dirty="0"/>
                  <a:t>			w=</a:t>
                </a:r>
                <a:r>
                  <a:rPr lang="en-US" dirty="0" err="1"/>
                  <a:t>w+x</a:t>
                </a:r>
                <a:endParaRPr lang="en-US" dirty="0"/>
              </a:p>
              <a:p>
                <a:pPr algn="l" rtl="0"/>
                <a:r>
                  <a:rPr lang="en-US" dirty="0"/>
                  <a:t>			b=b+1</a:t>
                </a:r>
              </a:p>
              <a:p>
                <a:pPr algn="l" rtl="0"/>
                <a:r>
                  <a:rPr lang="en-US" dirty="0"/>
                  <a:t>		if y is 0 but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acc>
                  </m:oMath>
                </a14:m>
                <a:r>
                  <a:rPr lang="en-US" dirty="0"/>
                  <a:t> is 1:</a:t>
                </a:r>
              </a:p>
              <a:p>
                <a:pPr algn="l" rtl="0"/>
                <a:r>
                  <a:rPr lang="en-US" dirty="0"/>
                  <a:t>			w=w-x</a:t>
                </a:r>
              </a:p>
              <a:p>
                <a:pPr algn="l" rtl="0"/>
                <a:r>
                  <a:rPr lang="en-US" dirty="0"/>
                  <a:t>			b=b-1</a:t>
                </a:r>
              </a:p>
              <a:p>
                <a:pPr algn="l" rtl="0"/>
                <a:endParaRPr lang="en-US" dirty="0"/>
              </a:p>
            </p:txBody>
          </p:sp>
        </mc:Choice>
        <mc:Fallback>
          <p:sp>
            <p:nvSpPr>
              <p:cNvPr id="4" name="מציין מיקום תוכן 1">
                <a:extLst>
                  <a:ext uri="{FF2B5EF4-FFF2-40B4-BE49-F238E27FC236}">
                    <a16:creationId xmlns:a16="http://schemas.microsoft.com/office/drawing/2014/main" id="{CF184D82-1875-4FF1-B583-C64BBF991F1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52425" y="1825625"/>
                <a:ext cx="11430000" cy="3784600"/>
              </a:xfrm>
              <a:blipFill>
                <a:blip r:embed="rId2"/>
                <a:stretch>
                  <a:fillRect l="-960" t="-4670"/>
                </a:stretch>
              </a:blipFill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611782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מציין מיקום טקסט 2">
            <a:extLst>
              <a:ext uri="{FF2B5EF4-FFF2-40B4-BE49-F238E27FC236}">
                <a16:creationId xmlns:a16="http://schemas.microsoft.com/office/drawing/2014/main" id="{8F455F03-05D1-4269-B2EF-0EFDE25C3151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he-IL" dirty="0"/>
              <a:t>אלגוריתם הלמידה של </a:t>
            </a:r>
            <a:r>
              <a:rPr lang="he-IL" dirty="0" err="1"/>
              <a:t>הפרספטרון</a:t>
            </a:r>
            <a:r>
              <a:rPr lang="he-IL" dirty="0"/>
              <a:t> - הדגמה</a:t>
            </a:r>
            <a:endParaRPr lang="en-IL" dirty="0"/>
          </a:p>
        </p:txBody>
      </p:sp>
      <p:pic>
        <p:nvPicPr>
          <p:cNvPr id="4" name="תמונה 3">
            <a:hlinkClick r:id="rId2" action="ppaction://hlinkfile"/>
            <a:extLst>
              <a:ext uri="{FF2B5EF4-FFF2-40B4-BE49-F238E27FC236}">
                <a16:creationId xmlns:a16="http://schemas.microsoft.com/office/drawing/2014/main" id="{D0257D5C-BA1D-42DB-9D26-74AF4CD8AED2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4100" t="20372" r="41100" b="20651"/>
          <a:stretch/>
        </p:blipFill>
        <p:spPr>
          <a:xfrm>
            <a:off x="3475543" y="1321358"/>
            <a:ext cx="5462016" cy="3864864"/>
          </a:xfrm>
          <a:prstGeom prst="rect">
            <a:avLst/>
          </a:prstGeom>
        </p:spPr>
      </p:pic>
      <p:sp>
        <p:nvSpPr>
          <p:cNvPr id="5" name="מלבן 4">
            <a:extLst>
              <a:ext uri="{FF2B5EF4-FFF2-40B4-BE49-F238E27FC236}">
                <a16:creationId xmlns:a16="http://schemas.microsoft.com/office/drawing/2014/main" id="{64A83484-E1ED-42AE-8869-A8A215FF8A4E}"/>
              </a:ext>
            </a:extLst>
          </p:cNvPr>
          <p:cNvSpPr/>
          <p:nvPr/>
        </p:nvSpPr>
        <p:spPr>
          <a:xfrm>
            <a:off x="6444601" y="6099430"/>
            <a:ext cx="498591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solidFill>
                  <a:schemeClr val="tx2">
                    <a:lumMod val="75000"/>
                  </a:schemeClr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https://www.youtube.com/watch?v=KcmIQ3zWYro</a:t>
            </a:r>
            <a:endParaRPr lang="en-IL" dirty="0">
              <a:solidFill>
                <a:schemeClr val="tx2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9047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תוכן 1">
            <a:extLst>
              <a:ext uri="{FF2B5EF4-FFF2-40B4-BE49-F238E27FC236}">
                <a16:creationId xmlns:a16="http://schemas.microsoft.com/office/drawing/2014/main" id="{355B2698-178B-4911-9553-A9D6AC7F55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e-IL" dirty="0"/>
              <a:t>דף עבודה אלגוריתם פרספטרון</a:t>
            </a:r>
          </a:p>
        </p:txBody>
      </p:sp>
      <p:sp>
        <p:nvSpPr>
          <p:cNvPr id="3" name="מציין מיקום טקסט 2">
            <a:extLst>
              <a:ext uri="{FF2B5EF4-FFF2-40B4-BE49-F238E27FC236}">
                <a16:creationId xmlns:a16="http://schemas.microsoft.com/office/drawing/2014/main" id="{117A9919-2C00-4EAC-AD72-6032C7A3B102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he-IL" dirty="0"/>
              <a:t>תרגיל 8.1 </a:t>
            </a:r>
          </a:p>
        </p:txBody>
      </p:sp>
    </p:spTree>
    <p:extLst>
      <p:ext uri="{BB962C8B-B14F-4D97-AF65-F5344CB8AC3E}">
        <p14:creationId xmlns:p14="http://schemas.microsoft.com/office/powerpoint/2010/main" val="366837439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תוכן 1">
            <a:extLst>
              <a:ext uri="{FF2B5EF4-FFF2-40B4-BE49-F238E27FC236}">
                <a16:creationId xmlns:a16="http://schemas.microsoft.com/office/drawing/2014/main" id="{E3FCB040-A86C-4D1E-A442-6E1878C44C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e-IL" dirty="0"/>
              <a:t>מחברת </a:t>
            </a:r>
            <a:r>
              <a:rPr lang="he-IL" dirty="0">
                <a:hlinkClick r:id="rId2"/>
              </a:rPr>
              <a:t>כאן</a:t>
            </a:r>
            <a:endParaRPr lang="en-US" dirty="0"/>
          </a:p>
        </p:txBody>
      </p:sp>
      <p:sp>
        <p:nvSpPr>
          <p:cNvPr id="3" name="מציין מיקום טקסט 2">
            <a:extLst>
              <a:ext uri="{FF2B5EF4-FFF2-40B4-BE49-F238E27FC236}">
                <a16:creationId xmlns:a16="http://schemas.microsoft.com/office/drawing/2014/main" id="{0D1FF20F-05FC-4D08-A161-151491CC909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he-IL" dirty="0"/>
              <a:t>מחברת </a:t>
            </a:r>
            <a:r>
              <a:rPr lang="en-US" dirty="0"/>
              <a:t>Perceptron</a:t>
            </a:r>
            <a:endParaRPr lang="he-IL" dirty="0"/>
          </a:p>
        </p:txBody>
      </p:sp>
    </p:spTree>
    <p:extLst>
      <p:ext uri="{BB962C8B-B14F-4D97-AF65-F5344CB8AC3E}">
        <p14:creationId xmlns:p14="http://schemas.microsoft.com/office/powerpoint/2010/main" val="414406015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DAD3F651-2468-4C8C-B64A-D023FC70D0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94756" y="2327275"/>
            <a:ext cx="8159044" cy="1325563"/>
          </a:xfrm>
        </p:spPr>
        <p:txBody>
          <a:bodyPr/>
          <a:lstStyle/>
          <a:p>
            <a:r>
              <a:rPr lang="en-US" dirty="0"/>
              <a:t>SVM</a:t>
            </a:r>
            <a:endParaRPr lang="en-IL" dirty="0"/>
          </a:p>
        </p:txBody>
      </p:sp>
    </p:spTree>
    <p:extLst>
      <p:ext uri="{BB962C8B-B14F-4D97-AF65-F5344CB8AC3E}">
        <p14:creationId xmlns:p14="http://schemas.microsoft.com/office/powerpoint/2010/main" val="369249126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תיבת טקסט 11">
            <a:extLst>
              <a:ext uri="{FF2B5EF4-FFF2-40B4-BE49-F238E27FC236}">
                <a16:creationId xmlns:a16="http://schemas.microsoft.com/office/drawing/2014/main" id="{A6784A69-78BB-5D9B-AF23-587896AB7D7F}"/>
              </a:ext>
            </a:extLst>
          </p:cNvPr>
          <p:cNvSpPr txBox="1"/>
          <p:nvPr/>
        </p:nvSpPr>
        <p:spPr>
          <a:xfrm>
            <a:off x="1114925" y="1692442"/>
            <a:ext cx="9657347" cy="2031325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dirty="0"/>
              <a:t>from </a:t>
            </a:r>
            <a:r>
              <a:rPr lang="en-US" dirty="0" err="1"/>
              <a:t>sklearn.svm</a:t>
            </a:r>
            <a:r>
              <a:rPr lang="en-US" dirty="0"/>
              <a:t> import SVC</a:t>
            </a:r>
          </a:p>
          <a:p>
            <a:r>
              <a:rPr lang="en-US" dirty="0"/>
              <a:t>from </a:t>
            </a:r>
            <a:r>
              <a:rPr lang="en-US" dirty="0" err="1"/>
              <a:t>sklearn.model_selection</a:t>
            </a:r>
            <a:r>
              <a:rPr lang="en-US" dirty="0"/>
              <a:t> import </a:t>
            </a:r>
            <a:r>
              <a:rPr lang="en-US" dirty="0" err="1"/>
              <a:t>train_test_split</a:t>
            </a:r>
            <a:r>
              <a:rPr lang="en-US" dirty="0"/>
              <a:t>, </a:t>
            </a:r>
            <a:r>
              <a:rPr lang="en-US" dirty="0" err="1"/>
              <a:t>cross_val_score</a:t>
            </a:r>
            <a:endParaRPr lang="en-US" dirty="0"/>
          </a:p>
          <a:p>
            <a:r>
              <a:rPr lang="en-US" dirty="0"/>
              <a:t>from </a:t>
            </a:r>
            <a:r>
              <a:rPr lang="en-US" dirty="0" err="1"/>
              <a:t>sklearn.preprocessing</a:t>
            </a:r>
            <a:r>
              <a:rPr lang="en-US" dirty="0"/>
              <a:t> import </a:t>
            </a:r>
            <a:r>
              <a:rPr lang="en-US" dirty="0" err="1"/>
              <a:t>MinMaxScaler</a:t>
            </a:r>
            <a:r>
              <a:rPr lang="en-US" dirty="0"/>
              <a:t>, </a:t>
            </a:r>
            <a:r>
              <a:rPr lang="en-US" dirty="0" err="1"/>
              <a:t>StandardScaler</a:t>
            </a:r>
            <a:endParaRPr lang="en-US" dirty="0"/>
          </a:p>
          <a:p>
            <a:r>
              <a:rPr lang="en-US" dirty="0"/>
              <a:t>from </a:t>
            </a:r>
            <a:r>
              <a:rPr lang="en-US" dirty="0" err="1"/>
              <a:t>sklearn.metrics</a:t>
            </a:r>
            <a:r>
              <a:rPr lang="en-US" dirty="0"/>
              <a:t> import </a:t>
            </a:r>
            <a:r>
              <a:rPr lang="en-US" dirty="0" err="1"/>
              <a:t>accuracy_score</a:t>
            </a:r>
            <a:r>
              <a:rPr lang="en-US" dirty="0"/>
              <a:t>, </a:t>
            </a:r>
            <a:r>
              <a:rPr lang="en-US" dirty="0" err="1"/>
              <a:t>ConfusionMatrixDisplay</a:t>
            </a:r>
            <a:r>
              <a:rPr lang="en-US" dirty="0"/>
              <a:t>, </a:t>
            </a:r>
            <a:r>
              <a:rPr lang="en-US" dirty="0" err="1"/>
              <a:t>classification_report</a:t>
            </a:r>
            <a:endParaRPr lang="en-US" dirty="0"/>
          </a:p>
          <a:p>
            <a:r>
              <a:rPr lang="en-US" dirty="0"/>
              <a:t>from </a:t>
            </a:r>
            <a:r>
              <a:rPr lang="en-US" dirty="0" err="1"/>
              <a:t>sklearn.pipeline</a:t>
            </a:r>
            <a:r>
              <a:rPr lang="en-US" dirty="0"/>
              <a:t> import Pipeline</a:t>
            </a:r>
          </a:p>
          <a:p>
            <a:r>
              <a:rPr lang="en-US" dirty="0"/>
              <a:t>from </a:t>
            </a:r>
            <a:r>
              <a:rPr lang="en-US" dirty="0" err="1"/>
              <a:t>sklearn.model_selection</a:t>
            </a:r>
            <a:r>
              <a:rPr lang="en-US" dirty="0"/>
              <a:t> import </a:t>
            </a:r>
            <a:r>
              <a:rPr lang="en-US" dirty="0" err="1"/>
              <a:t>GridSearchCV</a:t>
            </a:r>
            <a:endParaRPr lang="en-US" dirty="0"/>
          </a:p>
          <a:p>
            <a:endParaRPr lang="he-IL" dirty="0"/>
          </a:p>
        </p:txBody>
      </p:sp>
    </p:spTree>
    <p:extLst>
      <p:ext uri="{BB962C8B-B14F-4D97-AF65-F5344CB8AC3E}">
        <p14:creationId xmlns:p14="http://schemas.microsoft.com/office/powerpoint/2010/main" val="354220101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מציין מיקום טקסט 2">
            <a:extLst>
              <a:ext uri="{FF2B5EF4-FFF2-40B4-BE49-F238E27FC236}">
                <a16:creationId xmlns:a16="http://schemas.microsoft.com/office/drawing/2014/main" id="{AEEA9B30-1FD3-449B-A2D2-945394E08D0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>
            <a:normAutofit/>
          </a:bodyPr>
          <a:lstStyle/>
          <a:p>
            <a:r>
              <a:rPr lang="en-US" dirty="0"/>
              <a:t>SVM</a:t>
            </a:r>
            <a:r>
              <a:rPr lang="he-IL" dirty="0"/>
              <a:t> – המסווג הלינארי בעל השוליים הרחבים ביותר</a:t>
            </a:r>
            <a:endParaRPr lang="en-IL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AE8DADF8-AED6-42AC-952E-CFC447FCD34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0813" y="1973474"/>
            <a:ext cx="6621462" cy="34005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אליפסה 4">
            <a:extLst>
              <a:ext uri="{FF2B5EF4-FFF2-40B4-BE49-F238E27FC236}">
                <a16:creationId xmlns:a16="http://schemas.microsoft.com/office/drawing/2014/main" id="{8454541F-BBDC-4D17-B8BC-99F40CE74819}"/>
              </a:ext>
            </a:extLst>
          </p:cNvPr>
          <p:cNvSpPr/>
          <p:nvPr/>
        </p:nvSpPr>
        <p:spPr>
          <a:xfrm>
            <a:off x="9633512" y="3242677"/>
            <a:ext cx="790222" cy="792293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+</a:t>
            </a:r>
            <a:endParaRPr lang="en-IL" dirty="0"/>
          </a:p>
        </p:txBody>
      </p:sp>
      <p:sp>
        <p:nvSpPr>
          <p:cNvPr id="7" name="אליפסה 6">
            <a:extLst>
              <a:ext uri="{FF2B5EF4-FFF2-40B4-BE49-F238E27FC236}">
                <a16:creationId xmlns:a16="http://schemas.microsoft.com/office/drawing/2014/main" id="{FC2577DC-5D83-418B-AAB6-53D2ED1B2485}"/>
              </a:ext>
            </a:extLst>
          </p:cNvPr>
          <p:cNvSpPr/>
          <p:nvPr/>
        </p:nvSpPr>
        <p:spPr>
          <a:xfrm>
            <a:off x="10709284" y="3242677"/>
            <a:ext cx="790222" cy="792293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&gt;=0</a:t>
            </a:r>
            <a:endParaRPr lang="he-IL" dirty="0"/>
          </a:p>
        </p:txBody>
      </p:sp>
      <p:sp>
        <p:nvSpPr>
          <p:cNvPr id="8" name="אליפסה 7">
            <a:extLst>
              <a:ext uri="{FF2B5EF4-FFF2-40B4-BE49-F238E27FC236}">
                <a16:creationId xmlns:a16="http://schemas.microsoft.com/office/drawing/2014/main" id="{FF39CFA6-7060-4C81-A97A-1AE4C9E19CDD}"/>
              </a:ext>
            </a:extLst>
          </p:cNvPr>
          <p:cNvSpPr/>
          <p:nvPr/>
        </p:nvSpPr>
        <p:spPr>
          <a:xfrm>
            <a:off x="8356046" y="2316429"/>
            <a:ext cx="469546" cy="486006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X</a:t>
            </a:r>
            <a:endParaRPr lang="en-IL" dirty="0"/>
          </a:p>
        </p:txBody>
      </p:sp>
      <p:sp>
        <p:nvSpPr>
          <p:cNvPr id="9" name="אליפסה 8">
            <a:extLst>
              <a:ext uri="{FF2B5EF4-FFF2-40B4-BE49-F238E27FC236}">
                <a16:creationId xmlns:a16="http://schemas.microsoft.com/office/drawing/2014/main" id="{7A77996E-F41C-4BC2-8D60-D94F0D57E597}"/>
              </a:ext>
            </a:extLst>
          </p:cNvPr>
          <p:cNvSpPr/>
          <p:nvPr/>
        </p:nvSpPr>
        <p:spPr>
          <a:xfrm>
            <a:off x="8356046" y="3365877"/>
            <a:ext cx="469546" cy="486006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X</a:t>
            </a:r>
            <a:endParaRPr lang="en-IL" dirty="0"/>
          </a:p>
        </p:txBody>
      </p:sp>
      <p:cxnSp>
        <p:nvCxnSpPr>
          <p:cNvPr id="10" name="מחבר חץ ישר 9">
            <a:extLst>
              <a:ext uri="{FF2B5EF4-FFF2-40B4-BE49-F238E27FC236}">
                <a16:creationId xmlns:a16="http://schemas.microsoft.com/office/drawing/2014/main" id="{5134E320-4EB7-45EF-8971-84B960D77151}"/>
              </a:ext>
            </a:extLst>
          </p:cNvPr>
          <p:cNvCxnSpPr>
            <a:stCxn id="8" idx="6"/>
            <a:endCxn id="5" idx="2"/>
          </p:cNvCxnSpPr>
          <p:nvPr/>
        </p:nvCxnSpPr>
        <p:spPr>
          <a:xfrm>
            <a:off x="8825592" y="2559432"/>
            <a:ext cx="807920" cy="107939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מחבר חץ ישר 10">
            <a:extLst>
              <a:ext uri="{FF2B5EF4-FFF2-40B4-BE49-F238E27FC236}">
                <a16:creationId xmlns:a16="http://schemas.microsoft.com/office/drawing/2014/main" id="{5E38BDBE-98D4-4CCE-9EE8-DE71E5A02120}"/>
              </a:ext>
            </a:extLst>
          </p:cNvPr>
          <p:cNvCxnSpPr>
            <a:stCxn id="9" idx="6"/>
            <a:endCxn id="5" idx="2"/>
          </p:cNvCxnSpPr>
          <p:nvPr/>
        </p:nvCxnSpPr>
        <p:spPr>
          <a:xfrm>
            <a:off x="8825592" y="3608880"/>
            <a:ext cx="807920" cy="2994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מחבר חץ ישר 11">
            <a:extLst>
              <a:ext uri="{FF2B5EF4-FFF2-40B4-BE49-F238E27FC236}">
                <a16:creationId xmlns:a16="http://schemas.microsoft.com/office/drawing/2014/main" id="{B4FD5EC8-6441-4F41-A2F7-D43B6CBE7B52}"/>
              </a:ext>
            </a:extLst>
          </p:cNvPr>
          <p:cNvCxnSpPr>
            <a:cxnSpLocks/>
            <a:endCxn id="8" idx="2"/>
          </p:cNvCxnSpPr>
          <p:nvPr/>
        </p:nvCxnSpPr>
        <p:spPr>
          <a:xfrm>
            <a:off x="7781368" y="2559432"/>
            <a:ext cx="57467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מחבר חץ ישר 12">
            <a:extLst>
              <a:ext uri="{FF2B5EF4-FFF2-40B4-BE49-F238E27FC236}">
                <a16:creationId xmlns:a16="http://schemas.microsoft.com/office/drawing/2014/main" id="{856B2D5C-3170-4264-BFE9-D495FD61ECC6}"/>
              </a:ext>
            </a:extLst>
          </p:cNvPr>
          <p:cNvCxnSpPr>
            <a:cxnSpLocks/>
            <a:endCxn id="9" idx="2"/>
          </p:cNvCxnSpPr>
          <p:nvPr/>
        </p:nvCxnSpPr>
        <p:spPr>
          <a:xfrm>
            <a:off x="7781366" y="3608880"/>
            <a:ext cx="57468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מחבר חץ ישר 13">
            <a:extLst>
              <a:ext uri="{FF2B5EF4-FFF2-40B4-BE49-F238E27FC236}">
                <a16:creationId xmlns:a16="http://schemas.microsoft.com/office/drawing/2014/main" id="{05186E9E-05D6-47A9-B790-9E40E27D2F1E}"/>
              </a:ext>
            </a:extLst>
          </p:cNvPr>
          <p:cNvCxnSpPr>
            <a:cxnSpLocks/>
          </p:cNvCxnSpPr>
          <p:nvPr/>
        </p:nvCxnSpPr>
        <p:spPr>
          <a:xfrm>
            <a:off x="10423734" y="3638824"/>
            <a:ext cx="28555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מחבר חץ ישר 14">
            <a:extLst>
              <a:ext uri="{FF2B5EF4-FFF2-40B4-BE49-F238E27FC236}">
                <a16:creationId xmlns:a16="http://schemas.microsoft.com/office/drawing/2014/main" id="{68CD33C2-9015-4CF9-98D4-40B8B9CDAA46}"/>
              </a:ext>
            </a:extLst>
          </p:cNvPr>
          <p:cNvCxnSpPr>
            <a:cxnSpLocks/>
            <a:stCxn id="7" idx="6"/>
          </p:cNvCxnSpPr>
          <p:nvPr/>
        </p:nvCxnSpPr>
        <p:spPr>
          <a:xfrm>
            <a:off x="11499506" y="3638824"/>
            <a:ext cx="271681" cy="586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מחבר חץ ישר 15">
            <a:extLst>
              <a:ext uri="{FF2B5EF4-FFF2-40B4-BE49-F238E27FC236}">
                <a16:creationId xmlns:a16="http://schemas.microsoft.com/office/drawing/2014/main" id="{BE21227F-A03F-4A17-8EE5-90352297B32E}"/>
              </a:ext>
            </a:extLst>
          </p:cNvPr>
          <p:cNvCxnSpPr>
            <a:cxnSpLocks/>
            <a:endCxn id="5" idx="4"/>
          </p:cNvCxnSpPr>
          <p:nvPr/>
        </p:nvCxnSpPr>
        <p:spPr>
          <a:xfrm flipV="1">
            <a:off x="10028623" y="4034970"/>
            <a:ext cx="0" cy="85497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תיבת טקסט 16">
            <a:extLst>
              <a:ext uri="{FF2B5EF4-FFF2-40B4-BE49-F238E27FC236}">
                <a16:creationId xmlns:a16="http://schemas.microsoft.com/office/drawing/2014/main" id="{B9F84B79-22A9-4CC7-A0A9-F53DE0276CAD}"/>
              </a:ext>
            </a:extLst>
          </p:cNvPr>
          <p:cNvSpPr txBox="1"/>
          <p:nvPr/>
        </p:nvSpPr>
        <p:spPr>
          <a:xfrm>
            <a:off x="8356046" y="2916113"/>
            <a:ext cx="5068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W1</a:t>
            </a:r>
            <a:endParaRPr lang="en-IL" dirty="0"/>
          </a:p>
        </p:txBody>
      </p:sp>
      <p:sp>
        <p:nvSpPr>
          <p:cNvPr id="18" name="תיבת טקסט 17">
            <a:extLst>
              <a:ext uri="{FF2B5EF4-FFF2-40B4-BE49-F238E27FC236}">
                <a16:creationId xmlns:a16="http://schemas.microsoft.com/office/drawing/2014/main" id="{9A96A444-2056-47F3-8FBC-F62B847D3F78}"/>
              </a:ext>
            </a:extLst>
          </p:cNvPr>
          <p:cNvSpPr txBox="1"/>
          <p:nvPr/>
        </p:nvSpPr>
        <p:spPr>
          <a:xfrm>
            <a:off x="8356046" y="3992112"/>
            <a:ext cx="5068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W2</a:t>
            </a:r>
            <a:endParaRPr lang="en-IL" dirty="0"/>
          </a:p>
        </p:txBody>
      </p:sp>
      <p:sp>
        <p:nvSpPr>
          <p:cNvPr id="19" name="תיבת טקסט 18">
            <a:extLst>
              <a:ext uri="{FF2B5EF4-FFF2-40B4-BE49-F238E27FC236}">
                <a16:creationId xmlns:a16="http://schemas.microsoft.com/office/drawing/2014/main" id="{9030A04B-1BDA-41E5-8C1D-BCD6ABC6745A}"/>
              </a:ext>
            </a:extLst>
          </p:cNvPr>
          <p:cNvSpPr txBox="1"/>
          <p:nvPr/>
        </p:nvSpPr>
        <p:spPr>
          <a:xfrm>
            <a:off x="9875376" y="4874617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</a:t>
            </a:r>
            <a:endParaRPr lang="en-IL" dirty="0"/>
          </a:p>
        </p:txBody>
      </p:sp>
      <p:cxnSp>
        <p:nvCxnSpPr>
          <p:cNvPr id="20" name="מחבר חץ ישר 19">
            <a:extLst>
              <a:ext uri="{FF2B5EF4-FFF2-40B4-BE49-F238E27FC236}">
                <a16:creationId xmlns:a16="http://schemas.microsoft.com/office/drawing/2014/main" id="{84DA3DC0-0051-4C25-97DF-FE39C3C6F63A}"/>
              </a:ext>
            </a:extLst>
          </p:cNvPr>
          <p:cNvCxnSpPr>
            <a:cxnSpLocks/>
            <a:endCxn id="8" idx="4"/>
          </p:cNvCxnSpPr>
          <p:nvPr/>
        </p:nvCxnSpPr>
        <p:spPr>
          <a:xfrm flipV="1">
            <a:off x="8590819" y="2802435"/>
            <a:ext cx="0" cy="21226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מחבר חץ ישר 20">
            <a:extLst>
              <a:ext uri="{FF2B5EF4-FFF2-40B4-BE49-F238E27FC236}">
                <a16:creationId xmlns:a16="http://schemas.microsoft.com/office/drawing/2014/main" id="{314458AE-40C8-4E46-87E2-B5AF07AF90DE}"/>
              </a:ext>
            </a:extLst>
          </p:cNvPr>
          <p:cNvCxnSpPr>
            <a:cxnSpLocks/>
            <a:endCxn id="9" idx="4"/>
          </p:cNvCxnSpPr>
          <p:nvPr/>
        </p:nvCxnSpPr>
        <p:spPr>
          <a:xfrm flipV="1">
            <a:off x="8590817" y="3851883"/>
            <a:ext cx="2" cy="22548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אליפסה 21">
            <a:extLst>
              <a:ext uri="{FF2B5EF4-FFF2-40B4-BE49-F238E27FC236}">
                <a16:creationId xmlns:a16="http://schemas.microsoft.com/office/drawing/2014/main" id="{9803655B-06A9-4221-AE93-6F5317E6A9DD}"/>
              </a:ext>
            </a:extLst>
          </p:cNvPr>
          <p:cNvSpPr/>
          <p:nvPr/>
        </p:nvSpPr>
        <p:spPr>
          <a:xfrm>
            <a:off x="8356046" y="4541654"/>
            <a:ext cx="469546" cy="486006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X</a:t>
            </a:r>
            <a:endParaRPr lang="en-IL" dirty="0"/>
          </a:p>
        </p:txBody>
      </p:sp>
      <p:cxnSp>
        <p:nvCxnSpPr>
          <p:cNvPr id="23" name="מחבר חץ ישר 22">
            <a:extLst>
              <a:ext uri="{FF2B5EF4-FFF2-40B4-BE49-F238E27FC236}">
                <a16:creationId xmlns:a16="http://schemas.microsoft.com/office/drawing/2014/main" id="{41B18F87-73CD-4FE7-88AC-B69C7314BCF9}"/>
              </a:ext>
            </a:extLst>
          </p:cNvPr>
          <p:cNvCxnSpPr>
            <a:cxnSpLocks/>
            <a:stCxn id="22" idx="6"/>
            <a:endCxn id="5" idx="2"/>
          </p:cNvCxnSpPr>
          <p:nvPr/>
        </p:nvCxnSpPr>
        <p:spPr>
          <a:xfrm flipV="1">
            <a:off x="8825592" y="3638824"/>
            <a:ext cx="807920" cy="114583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מחבר חץ ישר 23">
            <a:extLst>
              <a:ext uri="{FF2B5EF4-FFF2-40B4-BE49-F238E27FC236}">
                <a16:creationId xmlns:a16="http://schemas.microsoft.com/office/drawing/2014/main" id="{21E20685-AAA3-4F2F-99DC-3D77591A3E37}"/>
              </a:ext>
            </a:extLst>
          </p:cNvPr>
          <p:cNvCxnSpPr>
            <a:cxnSpLocks/>
            <a:endCxn id="22" idx="2"/>
          </p:cNvCxnSpPr>
          <p:nvPr/>
        </p:nvCxnSpPr>
        <p:spPr>
          <a:xfrm>
            <a:off x="7781366" y="4784657"/>
            <a:ext cx="57468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תיבת טקסט 24">
            <a:extLst>
              <a:ext uri="{FF2B5EF4-FFF2-40B4-BE49-F238E27FC236}">
                <a16:creationId xmlns:a16="http://schemas.microsoft.com/office/drawing/2014/main" id="{A4089F73-D65E-4D95-A80C-D597789A2EB8}"/>
              </a:ext>
            </a:extLst>
          </p:cNvPr>
          <p:cNvSpPr txBox="1"/>
          <p:nvPr/>
        </p:nvSpPr>
        <p:spPr>
          <a:xfrm>
            <a:off x="8338344" y="5171576"/>
            <a:ext cx="5049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Wn</a:t>
            </a:r>
            <a:endParaRPr lang="en-IL" dirty="0"/>
          </a:p>
        </p:txBody>
      </p:sp>
      <p:cxnSp>
        <p:nvCxnSpPr>
          <p:cNvPr id="26" name="מחבר חץ ישר 25">
            <a:extLst>
              <a:ext uri="{FF2B5EF4-FFF2-40B4-BE49-F238E27FC236}">
                <a16:creationId xmlns:a16="http://schemas.microsoft.com/office/drawing/2014/main" id="{91458582-45AF-46FD-A07F-00EF1925FA20}"/>
              </a:ext>
            </a:extLst>
          </p:cNvPr>
          <p:cNvCxnSpPr>
            <a:cxnSpLocks/>
            <a:endCxn id="22" idx="4"/>
          </p:cNvCxnSpPr>
          <p:nvPr/>
        </p:nvCxnSpPr>
        <p:spPr>
          <a:xfrm flipV="1">
            <a:off x="8590817" y="5027660"/>
            <a:ext cx="2" cy="22548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תיבת טקסט 26">
            <a:extLst>
              <a:ext uri="{FF2B5EF4-FFF2-40B4-BE49-F238E27FC236}">
                <a16:creationId xmlns:a16="http://schemas.microsoft.com/office/drawing/2014/main" id="{72993C28-FD67-4527-A507-D8390CF39028}"/>
              </a:ext>
            </a:extLst>
          </p:cNvPr>
          <p:cNvSpPr txBox="1"/>
          <p:nvPr/>
        </p:nvSpPr>
        <p:spPr>
          <a:xfrm>
            <a:off x="7731790" y="2234028"/>
            <a:ext cx="4219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X1</a:t>
            </a:r>
            <a:endParaRPr lang="en-IL" dirty="0"/>
          </a:p>
        </p:txBody>
      </p:sp>
      <p:sp>
        <p:nvSpPr>
          <p:cNvPr id="28" name="תיבת טקסט 27">
            <a:extLst>
              <a:ext uri="{FF2B5EF4-FFF2-40B4-BE49-F238E27FC236}">
                <a16:creationId xmlns:a16="http://schemas.microsoft.com/office/drawing/2014/main" id="{09C68388-6C4E-4524-BFFA-94F984EE413A}"/>
              </a:ext>
            </a:extLst>
          </p:cNvPr>
          <p:cNvSpPr txBox="1"/>
          <p:nvPr/>
        </p:nvSpPr>
        <p:spPr>
          <a:xfrm>
            <a:off x="7731790" y="3275357"/>
            <a:ext cx="4219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X2</a:t>
            </a:r>
            <a:endParaRPr lang="en-IL" dirty="0"/>
          </a:p>
        </p:txBody>
      </p:sp>
      <p:sp>
        <p:nvSpPr>
          <p:cNvPr id="29" name="תיבת טקסט 28">
            <a:extLst>
              <a:ext uri="{FF2B5EF4-FFF2-40B4-BE49-F238E27FC236}">
                <a16:creationId xmlns:a16="http://schemas.microsoft.com/office/drawing/2014/main" id="{E0CE812B-F5B3-4F49-9207-70737A37E360}"/>
              </a:ext>
            </a:extLst>
          </p:cNvPr>
          <p:cNvSpPr txBox="1"/>
          <p:nvPr/>
        </p:nvSpPr>
        <p:spPr>
          <a:xfrm>
            <a:off x="7745555" y="4440879"/>
            <a:ext cx="4267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Xn</a:t>
            </a:r>
            <a:endParaRPr lang="en-IL" dirty="0"/>
          </a:p>
        </p:txBody>
      </p:sp>
      <p:sp>
        <p:nvSpPr>
          <p:cNvPr id="30" name="תיבת טקסט 29">
            <a:extLst>
              <a:ext uri="{FF2B5EF4-FFF2-40B4-BE49-F238E27FC236}">
                <a16:creationId xmlns:a16="http://schemas.microsoft.com/office/drawing/2014/main" id="{83673075-A428-4A2E-A0AD-6A6B41D44B51}"/>
              </a:ext>
            </a:extLst>
          </p:cNvPr>
          <p:cNvSpPr txBox="1"/>
          <p:nvPr/>
        </p:nvSpPr>
        <p:spPr>
          <a:xfrm>
            <a:off x="10437603" y="3239548"/>
            <a:ext cx="2920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Z</a:t>
            </a:r>
            <a:endParaRPr lang="en-IL" dirty="0"/>
          </a:p>
        </p:txBody>
      </p:sp>
    </p:spTree>
    <p:extLst>
      <p:ext uri="{BB962C8B-B14F-4D97-AF65-F5344CB8AC3E}">
        <p14:creationId xmlns:p14="http://schemas.microsoft.com/office/powerpoint/2010/main" val="259466489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>
            <a:extLst>
              <a:ext uri="{FF2B5EF4-FFF2-40B4-BE49-F238E27FC236}">
                <a16:creationId xmlns:a16="http://schemas.microsoft.com/office/drawing/2014/main" id="{6F65C4CA-8393-4FE1-87FD-97E84659B8B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501" y="1219200"/>
            <a:ext cx="6629399" cy="45291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מציין מיקום טקסט 2">
            <a:extLst>
              <a:ext uri="{FF2B5EF4-FFF2-40B4-BE49-F238E27FC236}">
                <a16:creationId xmlns:a16="http://schemas.microsoft.com/office/drawing/2014/main" id="{885EE7A1-A45C-4C89-9B97-CC8B64FD47FB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he-IL" dirty="0"/>
              <a:t>הדגמה: סיווג אירוסים</a:t>
            </a:r>
            <a:endParaRPr lang="en-IL" dirty="0"/>
          </a:p>
        </p:txBody>
      </p:sp>
      <p:sp>
        <p:nvSpPr>
          <p:cNvPr id="6" name="תיבת טקסט 5">
            <a:extLst>
              <a:ext uri="{FF2B5EF4-FFF2-40B4-BE49-F238E27FC236}">
                <a16:creationId xmlns:a16="http://schemas.microsoft.com/office/drawing/2014/main" id="{FE3D8927-4509-4990-9475-D2F6735E4C5F}"/>
              </a:ext>
            </a:extLst>
          </p:cNvPr>
          <p:cNvSpPr txBox="1"/>
          <p:nvPr/>
        </p:nvSpPr>
        <p:spPr>
          <a:xfrm>
            <a:off x="5567650" y="2595563"/>
            <a:ext cx="10567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e-IL" dirty="0"/>
              <a:t>פרספטרון</a:t>
            </a:r>
            <a:endParaRPr lang="en-IL" dirty="0"/>
          </a:p>
        </p:txBody>
      </p:sp>
      <p:sp>
        <p:nvSpPr>
          <p:cNvPr id="7" name="תיבת טקסט 6">
            <a:extLst>
              <a:ext uri="{FF2B5EF4-FFF2-40B4-BE49-F238E27FC236}">
                <a16:creationId xmlns:a16="http://schemas.microsoft.com/office/drawing/2014/main" id="{A93EF70C-626E-418A-B307-BED8C5146194}"/>
              </a:ext>
            </a:extLst>
          </p:cNvPr>
          <p:cNvSpPr txBox="1"/>
          <p:nvPr/>
        </p:nvSpPr>
        <p:spPr>
          <a:xfrm>
            <a:off x="4851400" y="1799193"/>
            <a:ext cx="6174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SVM</a:t>
            </a:r>
            <a:endParaRPr lang="en-IL" dirty="0"/>
          </a:p>
        </p:txBody>
      </p:sp>
    </p:spTree>
    <p:extLst>
      <p:ext uri="{BB962C8B-B14F-4D97-AF65-F5344CB8AC3E}">
        <p14:creationId xmlns:p14="http://schemas.microsoft.com/office/powerpoint/2010/main" val="213051232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מציין מיקום תוכן 6">
            <a:extLst>
              <a:ext uri="{FF2B5EF4-FFF2-40B4-BE49-F238E27FC236}">
                <a16:creationId xmlns:a16="http://schemas.microsoft.com/office/drawing/2014/main" id="{21D2D612-2839-4399-BF00-1602486C13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00118" y="1825625"/>
            <a:ext cx="5281652" cy="3783867"/>
          </a:xfrm>
        </p:spPr>
        <p:txBody>
          <a:bodyPr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C</a:t>
            </a:r>
            <a:r>
              <a:rPr lang="he-IL" dirty="0"/>
              <a:t> הוא מקדם המחיר של דוגמאות החורגות לשוליים.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he-IL" dirty="0"/>
              <a:t>רשימת פרמטרים </a:t>
            </a:r>
            <a:r>
              <a:rPr lang="he-IL" dirty="0">
                <a:hlinkClick r:id="rId2"/>
              </a:rPr>
              <a:t>כאן</a:t>
            </a:r>
            <a:endParaRPr lang="he-IL" dirty="0"/>
          </a:p>
        </p:txBody>
      </p:sp>
      <p:sp>
        <p:nvSpPr>
          <p:cNvPr id="8" name="מציין מיקום טקסט 7">
            <a:extLst>
              <a:ext uri="{FF2B5EF4-FFF2-40B4-BE49-F238E27FC236}">
                <a16:creationId xmlns:a16="http://schemas.microsoft.com/office/drawing/2014/main" id="{B9C574C5-3D26-41DA-B9D7-CD0CC1EB63E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he-IL" dirty="0" err="1"/>
              <a:t>רגולריזציה</a:t>
            </a:r>
            <a:r>
              <a:rPr lang="he-IL" dirty="0"/>
              <a:t> ב-</a:t>
            </a:r>
            <a:r>
              <a:rPr lang="en-US" dirty="0"/>
              <a:t>SVM</a:t>
            </a:r>
            <a:r>
              <a:rPr lang="he-IL" dirty="0"/>
              <a:t> – פרמטר </a:t>
            </a:r>
            <a:r>
              <a:rPr lang="en-US" dirty="0"/>
              <a:t>C</a:t>
            </a:r>
            <a:endParaRPr lang="en-IL" dirty="0"/>
          </a:p>
        </p:txBody>
      </p:sp>
      <p:pic>
        <p:nvPicPr>
          <p:cNvPr id="2052" name="Picture 4">
            <a:extLst>
              <a:ext uri="{FF2B5EF4-FFF2-40B4-BE49-F238E27FC236}">
                <a16:creationId xmlns:a16="http://schemas.microsoft.com/office/drawing/2014/main" id="{FAA609FB-C9DE-4609-B649-B8A70EB1E7B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1693" y="1640223"/>
            <a:ext cx="5884213" cy="40200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תיבת טקסט 12">
            <a:extLst>
              <a:ext uri="{FF2B5EF4-FFF2-40B4-BE49-F238E27FC236}">
                <a16:creationId xmlns:a16="http://schemas.microsoft.com/office/drawing/2014/main" id="{2C8EE116-0EF9-4A54-A212-3E3068E3A2D7}"/>
              </a:ext>
            </a:extLst>
          </p:cNvPr>
          <p:cNvSpPr txBox="1"/>
          <p:nvPr/>
        </p:nvSpPr>
        <p:spPr>
          <a:xfrm>
            <a:off x="4410443" y="2094429"/>
            <a:ext cx="7745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C=100</a:t>
            </a:r>
            <a:endParaRPr lang="en-IL" dirty="0"/>
          </a:p>
        </p:txBody>
      </p:sp>
      <p:sp>
        <p:nvSpPr>
          <p:cNvPr id="14" name="תיבת טקסט 13">
            <a:extLst>
              <a:ext uri="{FF2B5EF4-FFF2-40B4-BE49-F238E27FC236}">
                <a16:creationId xmlns:a16="http://schemas.microsoft.com/office/drawing/2014/main" id="{678361B1-1E1A-4E13-8B93-1040C1687869}"/>
              </a:ext>
            </a:extLst>
          </p:cNvPr>
          <p:cNvSpPr txBox="1"/>
          <p:nvPr/>
        </p:nvSpPr>
        <p:spPr>
          <a:xfrm>
            <a:off x="5185014" y="2409232"/>
            <a:ext cx="5405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C=1</a:t>
            </a:r>
            <a:endParaRPr lang="en-IL" dirty="0"/>
          </a:p>
        </p:txBody>
      </p:sp>
    </p:spTree>
    <p:extLst>
      <p:ext uri="{BB962C8B-B14F-4D97-AF65-F5344CB8AC3E}">
        <p14:creationId xmlns:p14="http://schemas.microsoft.com/office/powerpoint/2010/main" val="343840357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תוכן 1">
            <a:extLst>
              <a:ext uri="{FF2B5EF4-FFF2-40B4-BE49-F238E27FC236}">
                <a16:creationId xmlns:a16="http://schemas.microsoft.com/office/drawing/2014/main" id="{29F3550A-00FD-40C7-A0E4-BF1C51E5ED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1693" y="1825625"/>
            <a:ext cx="11430077" cy="3516396"/>
          </a:xfrm>
        </p:spPr>
        <p:txBody>
          <a:bodyPr>
            <a:normAutofit/>
          </a:bodyPr>
          <a:lstStyle/>
          <a:p>
            <a:pPr algn="l" rtl="0"/>
            <a:r>
              <a:rPr lang="en-US" b="0" dirty="0">
                <a:solidFill>
                  <a:srgbClr val="AF00DB"/>
                </a:solidFill>
                <a:effectLst/>
                <a:latin typeface="Courier New" panose="02070309020205020404" pitchFamily="49" charset="0"/>
              </a:rPr>
              <a:t>from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 </a:t>
            </a:r>
            <a:r>
              <a:rPr lang="en-US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sklearn.svm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 </a:t>
            </a:r>
            <a:r>
              <a:rPr lang="en-US" b="0" dirty="0">
                <a:solidFill>
                  <a:srgbClr val="AF00DB"/>
                </a:solidFill>
                <a:effectLst/>
                <a:latin typeface="Courier New" panose="02070309020205020404" pitchFamily="49" charset="0"/>
              </a:rPr>
              <a:t>import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 SVC</a:t>
            </a:r>
          </a:p>
          <a:p>
            <a:pPr algn="l" rtl="0"/>
            <a:r>
              <a:rPr lang="en-US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svm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 = SVC(kernel = </a:t>
            </a:r>
            <a:r>
              <a:rPr lang="en-US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'linear'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)</a:t>
            </a:r>
          </a:p>
          <a:p>
            <a:pPr algn="l" rtl="0"/>
            <a:r>
              <a:rPr lang="en-US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svm.fit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(X, y)</a:t>
            </a:r>
          </a:p>
          <a:p>
            <a:pPr algn="r"/>
            <a:r>
              <a:rPr lang="he-IL" dirty="0">
                <a:solidFill>
                  <a:srgbClr val="000000"/>
                </a:solidFill>
                <a:latin typeface="Courier New" panose="02070309020205020404" pitchFamily="49" charset="0"/>
              </a:rPr>
              <a:t>מחברת </a:t>
            </a:r>
            <a:r>
              <a:rPr lang="en-US" dirty="0" err="1">
                <a:solidFill>
                  <a:srgbClr val="000000"/>
                </a:solidFill>
                <a:latin typeface="Courier New" panose="02070309020205020404" pitchFamily="49" charset="0"/>
              </a:rPr>
              <a:t>SVM_Iris</a:t>
            </a:r>
            <a:r>
              <a:rPr lang="he-IL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he-IL" dirty="0">
                <a:solidFill>
                  <a:srgbClr val="000000"/>
                </a:solidFill>
                <a:latin typeface="Courier New" panose="02070309020205020404" pitchFamily="49" charset="0"/>
                <a:hlinkClick r:id="rId2"/>
              </a:rPr>
              <a:t>כאן</a:t>
            </a:r>
            <a:endParaRPr lang="en-US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 algn="l" rtl="0"/>
            <a:endParaRPr lang="en-US" b="0" dirty="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  <a:p>
            <a:pPr algn="l" rtl="0"/>
            <a:endParaRPr lang="en-US" dirty="0"/>
          </a:p>
          <a:p>
            <a:pPr algn="l" rtl="0"/>
            <a:endParaRPr lang="en-IL" dirty="0"/>
          </a:p>
        </p:txBody>
      </p:sp>
      <p:sp>
        <p:nvSpPr>
          <p:cNvPr id="3" name="מציין מיקום טקסט 2">
            <a:extLst>
              <a:ext uri="{FF2B5EF4-FFF2-40B4-BE49-F238E27FC236}">
                <a16:creationId xmlns:a16="http://schemas.microsoft.com/office/drawing/2014/main" id="{D36EE674-E809-4D3A-BCDC-5F36D406248B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dirty="0"/>
              <a:t>SVM</a:t>
            </a:r>
            <a:r>
              <a:rPr lang="he-IL" dirty="0"/>
              <a:t> בספריית </a:t>
            </a:r>
            <a:r>
              <a:rPr lang="en-US" dirty="0" err="1"/>
              <a:t>sklearn</a:t>
            </a:r>
            <a:endParaRPr lang="en-IL" dirty="0"/>
          </a:p>
        </p:txBody>
      </p:sp>
    </p:spTree>
    <p:extLst>
      <p:ext uri="{BB962C8B-B14F-4D97-AF65-F5344CB8AC3E}">
        <p14:creationId xmlns:p14="http://schemas.microsoft.com/office/powerpoint/2010/main" val="271435277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תוכן 1">
            <a:extLst>
              <a:ext uri="{FF2B5EF4-FFF2-40B4-BE49-F238E27FC236}">
                <a16:creationId xmlns:a16="http://schemas.microsoft.com/office/drawing/2014/main" id="{1C90DE4C-E955-4DE3-B3E8-94F698BF76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he-IL" dirty="0"/>
              <a:t>מחברת </a:t>
            </a:r>
            <a:r>
              <a:rPr lang="en-US" dirty="0"/>
              <a:t>SVM margins</a:t>
            </a:r>
            <a:r>
              <a:rPr lang="he-IL" dirty="0"/>
              <a:t> </a:t>
            </a:r>
            <a:r>
              <a:rPr lang="he-IL" dirty="0">
                <a:hlinkClick r:id="rId2"/>
              </a:rPr>
              <a:t>כאן</a:t>
            </a:r>
            <a:endParaRPr lang="he-IL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he-IL" dirty="0"/>
              <a:t>מחברת </a:t>
            </a:r>
            <a:r>
              <a:rPr lang="en-US" dirty="0"/>
              <a:t>Perceptron and SVM</a:t>
            </a:r>
            <a:r>
              <a:rPr lang="he-IL" dirty="0"/>
              <a:t> </a:t>
            </a:r>
            <a:r>
              <a:rPr lang="he-IL" dirty="0">
                <a:hlinkClick r:id="rId3"/>
              </a:rPr>
              <a:t>כאן</a:t>
            </a:r>
            <a:endParaRPr lang="he-IL" dirty="0"/>
          </a:p>
        </p:txBody>
      </p:sp>
      <p:sp>
        <p:nvSpPr>
          <p:cNvPr id="3" name="מציין מיקום טקסט 2">
            <a:extLst>
              <a:ext uri="{FF2B5EF4-FFF2-40B4-BE49-F238E27FC236}">
                <a16:creationId xmlns:a16="http://schemas.microsoft.com/office/drawing/2014/main" id="{31A87EA9-2D5E-459E-8E4C-F134029AF343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he-IL" dirty="0"/>
              <a:t>הדגמת </a:t>
            </a:r>
            <a:r>
              <a:rPr lang="en-US" dirty="0"/>
              <a:t>SVM</a:t>
            </a:r>
            <a:endParaRPr lang="he-IL" dirty="0"/>
          </a:p>
        </p:txBody>
      </p:sp>
    </p:spTree>
    <p:extLst>
      <p:ext uri="{BB962C8B-B14F-4D97-AF65-F5344CB8AC3E}">
        <p14:creationId xmlns:p14="http://schemas.microsoft.com/office/powerpoint/2010/main" val="106189580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כותרת 3">
            <a:extLst>
              <a:ext uri="{FF2B5EF4-FFF2-40B4-BE49-F238E27FC236}">
                <a16:creationId xmlns:a16="http://schemas.microsoft.com/office/drawing/2014/main" id="{78AE3CCA-365B-47A8-81B3-CC7F97E2E1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SVM Kernels</a:t>
            </a:r>
            <a:endParaRPr lang="en-IL" dirty="0"/>
          </a:p>
        </p:txBody>
      </p:sp>
      <p:sp>
        <p:nvSpPr>
          <p:cNvPr id="5" name="מציין מיקום טקסט 4">
            <a:extLst>
              <a:ext uri="{FF2B5EF4-FFF2-40B4-BE49-F238E27FC236}">
                <a16:creationId xmlns:a16="http://schemas.microsoft.com/office/drawing/2014/main" id="{D2F002B0-9392-4DC7-82AC-5A8E9F5533D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52861828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מציין מיקום תוכן 4">
            <a:extLst>
              <a:ext uri="{FF2B5EF4-FFF2-40B4-BE49-F238E27FC236}">
                <a16:creationId xmlns:a16="http://schemas.microsoft.com/office/drawing/2014/main" id="{A2EBE59D-ADC7-48C5-B41A-B442928A89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he-IL" dirty="0"/>
              <a:t>מאפשרים לבצע סיווג לא לינארי עם אלגוריתם </a:t>
            </a:r>
            <a:r>
              <a:rPr lang="en-US" dirty="0"/>
              <a:t>SVM</a:t>
            </a:r>
            <a:r>
              <a:rPr lang="he-IL" dirty="0"/>
              <a:t> ביעילות גבוהה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he-IL"/>
              <a:t>סוגי </a:t>
            </a:r>
            <a:r>
              <a:rPr lang="en-US" dirty="0"/>
              <a:t>kernel</a:t>
            </a:r>
            <a:r>
              <a:rPr lang="he-IL" dirty="0"/>
              <a:t> נפוצים: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he-IL" dirty="0"/>
              <a:t>לינארי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he-IL" dirty="0"/>
              <a:t>פולינום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he-IL" dirty="0"/>
              <a:t>רדיאלי</a:t>
            </a:r>
            <a:endParaRPr lang="en-US" dirty="0"/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he-IL" dirty="0" err="1"/>
              <a:t>סיגמואיד</a:t>
            </a:r>
            <a:endParaRPr lang="en-IL" dirty="0"/>
          </a:p>
        </p:txBody>
      </p:sp>
      <p:sp>
        <p:nvSpPr>
          <p:cNvPr id="6" name="מציין מיקום טקסט 5">
            <a:extLst>
              <a:ext uri="{FF2B5EF4-FFF2-40B4-BE49-F238E27FC236}">
                <a16:creationId xmlns:a16="http://schemas.microsoft.com/office/drawing/2014/main" id="{A3BF9F58-5F4F-454C-B6B3-FFFC3C01B2C4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dirty="0"/>
              <a:t>kernel</a:t>
            </a:r>
            <a:endParaRPr lang="en-IL" dirty="0"/>
          </a:p>
        </p:txBody>
      </p:sp>
      <p:pic>
        <p:nvPicPr>
          <p:cNvPr id="1026" name="Picture 2" descr="Multiclass Classification with Support Vector Machines (SVM), Dual Problem  and Kernel Functions | by Hucker Marius | Towards Data Science">
            <a:extLst>
              <a:ext uri="{FF2B5EF4-FFF2-40B4-BE49-F238E27FC236}">
                <a16:creationId xmlns:a16="http://schemas.microsoft.com/office/drawing/2014/main" id="{D126DBC6-37CD-610F-8739-DD0C28D64AF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250" y="2815074"/>
            <a:ext cx="5019675" cy="39455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EED90603-E90B-F9A8-9441-735983D65D33}"/>
              </a:ext>
            </a:extLst>
          </p:cNvPr>
          <p:cNvSpPr txBox="1"/>
          <p:nvPr/>
        </p:nvSpPr>
        <p:spPr>
          <a:xfrm>
            <a:off x="6096000" y="5837340"/>
            <a:ext cx="6096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L" dirty="0"/>
              <a:t>https://towardsdatascience.com/multiclass-classification-with-support-vector-machines-svm-kernel-trick-kernel-functions-f9d5377d6f02</a:t>
            </a:r>
          </a:p>
        </p:txBody>
      </p:sp>
    </p:spTree>
    <p:extLst>
      <p:ext uri="{BB962C8B-B14F-4D97-AF65-F5344CB8AC3E}">
        <p14:creationId xmlns:p14="http://schemas.microsoft.com/office/powerpoint/2010/main" val="211363521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מציין מיקום תוכן 4">
            <a:extLst>
              <a:ext uri="{FF2B5EF4-FFF2-40B4-BE49-F238E27FC236}">
                <a16:creationId xmlns:a16="http://schemas.microsoft.com/office/drawing/2014/main" id="{7BCAD3D5-2D33-4FEE-9E74-1724764010F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979421" y="1825625"/>
            <a:ext cx="6176007" cy="3784600"/>
          </a:xfrm>
        </p:spPr>
      </p:pic>
      <p:sp>
        <p:nvSpPr>
          <p:cNvPr id="3" name="מציין מיקום טקסט 2">
            <a:extLst>
              <a:ext uri="{FF2B5EF4-FFF2-40B4-BE49-F238E27FC236}">
                <a16:creationId xmlns:a16="http://schemas.microsoft.com/office/drawing/2014/main" id="{69B64214-4EAB-455E-8BDA-7B6DA9B2B6A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dirty="0"/>
              <a:t>1D </a:t>
            </a:r>
            <a:r>
              <a:rPr lang="en-US" dirty="0" err="1"/>
              <a:t>Classfication</a:t>
            </a:r>
            <a:endParaRPr lang="he-IL" dirty="0"/>
          </a:p>
        </p:txBody>
      </p:sp>
    </p:spTree>
    <p:extLst>
      <p:ext uri="{BB962C8B-B14F-4D97-AF65-F5344CB8AC3E}">
        <p14:creationId xmlns:p14="http://schemas.microsoft.com/office/powerpoint/2010/main" val="37309948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תוכן 1">
            <a:extLst>
              <a:ext uri="{FF2B5EF4-FFF2-40B4-BE49-F238E27FC236}">
                <a16:creationId xmlns:a16="http://schemas.microsoft.com/office/drawing/2014/main" id="{78CF4249-7F0C-4696-872D-106175BD48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youtube.com/</a:t>
            </a:r>
            <a:r>
              <a:rPr lang="en-US" dirty="0" err="1"/>
              <a:t>watch?v</a:t>
            </a:r>
            <a:r>
              <a:rPr lang="en-US" dirty="0"/>
              <a:t>=Toet3EiSFc</a:t>
            </a:r>
            <a:endParaRPr lang="he-IL" dirty="0"/>
          </a:p>
        </p:txBody>
      </p:sp>
      <p:sp>
        <p:nvSpPr>
          <p:cNvPr id="3" name="מציין מיקום טקסט 2">
            <a:extLst>
              <a:ext uri="{FF2B5EF4-FFF2-40B4-BE49-F238E27FC236}">
                <a16:creationId xmlns:a16="http://schemas.microsoft.com/office/drawing/2014/main" id="{C90728AA-97AE-42EF-A504-13AF60D624B2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dirty="0"/>
              <a:t>Polynomial Kernel “trick”</a:t>
            </a:r>
            <a:endParaRPr lang="he-IL" dirty="0"/>
          </a:p>
        </p:txBody>
      </p:sp>
      <p:pic>
        <p:nvPicPr>
          <p:cNvPr id="5" name="תמונה 4">
            <a:extLst>
              <a:ext uri="{FF2B5EF4-FFF2-40B4-BE49-F238E27FC236}">
                <a16:creationId xmlns:a16="http://schemas.microsoft.com/office/drawing/2014/main" id="{79AF36E6-99DD-4F53-9B67-34211C02CC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23347" y="1601019"/>
            <a:ext cx="7129560" cy="40152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18794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תוכן 1">
            <a:extLst>
              <a:ext uri="{FF2B5EF4-FFF2-40B4-BE49-F238E27FC236}">
                <a16:creationId xmlns:a16="http://schemas.microsoft.com/office/drawing/2014/main" id="{BF2DCABE-8055-442B-91CD-6878E3A4E0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 rtl="0"/>
            <a:r>
              <a:rPr lang="en-US">
                <a:hlinkClick r:id="rId2"/>
              </a:rPr>
              <a:t>Polynomial </a:t>
            </a:r>
            <a:r>
              <a:rPr lang="en-US" dirty="0">
                <a:hlinkClick r:id="rId2"/>
              </a:rPr>
              <a:t>Kernel video demo</a:t>
            </a:r>
            <a:endParaRPr lang="en-US" dirty="0"/>
          </a:p>
          <a:p>
            <a:pPr algn="l" rtl="0"/>
            <a:endParaRPr lang="en-US" dirty="0"/>
          </a:p>
          <a:p>
            <a:pPr algn="l" rtl="0"/>
            <a:r>
              <a:rPr lang="en-US" dirty="0">
                <a:hlinkClick r:id="rId3"/>
              </a:rPr>
              <a:t>The polynomial Kernel</a:t>
            </a:r>
            <a:r>
              <a:rPr lang="en-US" dirty="0"/>
              <a:t> by </a:t>
            </a:r>
            <a:r>
              <a:rPr lang="en-US" dirty="0" err="1"/>
              <a:t>StatQuest</a:t>
            </a:r>
            <a:endParaRPr lang="en-IL" dirty="0"/>
          </a:p>
        </p:txBody>
      </p:sp>
      <p:sp>
        <p:nvSpPr>
          <p:cNvPr id="3" name="מציין מיקום טקסט 2">
            <a:extLst>
              <a:ext uri="{FF2B5EF4-FFF2-40B4-BE49-F238E27FC236}">
                <a16:creationId xmlns:a16="http://schemas.microsoft.com/office/drawing/2014/main" id="{775E31A1-7D78-4DC2-9F05-1A979FECEC8A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dirty="0"/>
              <a:t>Kernel</a:t>
            </a:r>
            <a:r>
              <a:rPr lang="he-IL" dirty="0"/>
              <a:t> - הדגמות</a:t>
            </a:r>
            <a:endParaRPr lang="en-IL" dirty="0"/>
          </a:p>
        </p:txBody>
      </p:sp>
    </p:spTree>
    <p:extLst>
      <p:ext uri="{BB962C8B-B14F-4D97-AF65-F5344CB8AC3E}">
        <p14:creationId xmlns:p14="http://schemas.microsoft.com/office/powerpoint/2010/main" val="149373675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תוכן 1">
            <a:extLst>
              <a:ext uri="{FF2B5EF4-FFF2-40B4-BE49-F238E27FC236}">
                <a16:creationId xmlns:a16="http://schemas.microsoft.com/office/drawing/2014/main" id="{74C126DB-1DC2-EAE7-9201-ADE49483BC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 rtl="0"/>
            <a:r>
              <a:rPr lang="en-US">
                <a:hlinkClick r:id="rId2"/>
              </a:rPr>
              <a:t>https://scikit-learn.org/stable/modules/generated/sklearn.svm.SVC.html</a:t>
            </a:r>
            <a:endParaRPr lang="he-IL"/>
          </a:p>
          <a:p>
            <a:pPr algn="l" rtl="0"/>
            <a:endParaRPr lang="en-US"/>
          </a:p>
          <a:p>
            <a:pPr algn="l" rtl="0"/>
            <a:r>
              <a:rPr lang="en-US" b="1" i="0">
                <a:solidFill>
                  <a:srgbClr val="212529"/>
                </a:solidFill>
                <a:effectLst/>
                <a:latin typeface="-apple-system"/>
              </a:rPr>
              <a:t>C: </a:t>
            </a:r>
            <a:r>
              <a:rPr lang="en-US" b="1" i="1">
                <a:solidFill>
                  <a:srgbClr val="212529"/>
                </a:solidFill>
                <a:effectLst/>
                <a:latin typeface="-apple-system"/>
              </a:rPr>
              <a:t>float, default=1.0</a:t>
            </a:r>
            <a:endParaRPr lang="en-US"/>
          </a:p>
          <a:p>
            <a:pPr algn="l" rtl="0"/>
            <a:r>
              <a:rPr lang="en-US" b="1" i="0">
                <a:solidFill>
                  <a:srgbClr val="212529"/>
                </a:solidFill>
                <a:effectLst/>
                <a:latin typeface="-apple-system"/>
              </a:rPr>
              <a:t>Kernel: </a:t>
            </a:r>
            <a:r>
              <a:rPr lang="en-US" b="1" i="1">
                <a:solidFill>
                  <a:srgbClr val="212529"/>
                </a:solidFill>
                <a:effectLst/>
                <a:latin typeface="-apple-system"/>
              </a:rPr>
              <a:t>{‘linear’, ‘poly’, ‘rbf’, ‘sigmoid’} , default=’rbf’</a:t>
            </a:r>
            <a:endParaRPr lang="en-US"/>
          </a:p>
          <a:p>
            <a:pPr algn="l" rtl="0"/>
            <a:endParaRPr lang="en-US" b="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  <a:p>
            <a:pPr algn="l" rtl="0"/>
            <a:endParaRPr lang="en-US"/>
          </a:p>
          <a:p>
            <a:pPr algn="l" rtl="0"/>
            <a:endParaRPr lang="he-IL"/>
          </a:p>
        </p:txBody>
      </p:sp>
      <p:sp>
        <p:nvSpPr>
          <p:cNvPr id="3" name="מציין מיקום טקסט 2">
            <a:extLst>
              <a:ext uri="{FF2B5EF4-FFF2-40B4-BE49-F238E27FC236}">
                <a16:creationId xmlns:a16="http://schemas.microsoft.com/office/drawing/2014/main" id="{03E4700D-07B5-3803-3F92-F622F3E9D193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he-IL"/>
              <a:t>פרמטרים </a:t>
            </a:r>
            <a:r>
              <a:rPr lang="en-US"/>
              <a:t>SVC</a:t>
            </a:r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05673505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מציין מיקום טקסט 2">
            <a:extLst>
              <a:ext uri="{FF2B5EF4-FFF2-40B4-BE49-F238E27FC236}">
                <a16:creationId xmlns:a16="http://schemas.microsoft.com/office/drawing/2014/main" id="{8779700F-3DAB-52C6-91C5-347638A77DFE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pPr algn="l" rtl="0"/>
            <a:r>
              <a:rPr lang="en-US"/>
              <a:t>GridSearchCV with SVM - example</a:t>
            </a:r>
            <a:endParaRPr lang="he-IL"/>
          </a:p>
        </p:txBody>
      </p:sp>
      <p:pic>
        <p:nvPicPr>
          <p:cNvPr id="5" name="תמונה 4">
            <a:extLst>
              <a:ext uri="{FF2B5EF4-FFF2-40B4-BE49-F238E27FC236}">
                <a16:creationId xmlns:a16="http://schemas.microsoft.com/office/drawing/2014/main" id="{83E0622B-988F-959F-900B-9F041690A0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9524" y="1610139"/>
            <a:ext cx="7970575" cy="36874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674893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מציין מיקום טקסט 2">
            <a:extLst>
              <a:ext uri="{FF2B5EF4-FFF2-40B4-BE49-F238E27FC236}">
                <a16:creationId xmlns:a16="http://schemas.microsoft.com/office/drawing/2014/main" id="{8779700F-3DAB-52C6-91C5-347638A77DFE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292058" y="0"/>
            <a:ext cx="11430078" cy="1376363"/>
          </a:xfrm>
        </p:spPr>
        <p:txBody>
          <a:bodyPr/>
          <a:lstStyle/>
          <a:p>
            <a:pPr algn="l" rtl="0"/>
            <a:r>
              <a:rPr lang="en-US"/>
              <a:t>GridSearchCV with SVM - example </a:t>
            </a:r>
            <a:endParaRPr lang="he-IL"/>
          </a:p>
        </p:txBody>
      </p:sp>
      <p:pic>
        <p:nvPicPr>
          <p:cNvPr id="4" name="תמונה 3">
            <a:extLst>
              <a:ext uri="{FF2B5EF4-FFF2-40B4-BE49-F238E27FC236}">
                <a16:creationId xmlns:a16="http://schemas.microsoft.com/office/drawing/2014/main" id="{7290CE3E-F00E-606E-7936-0F90621006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2058" y="1070631"/>
            <a:ext cx="9160056" cy="4840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392906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מציין מיקום טקסט 2">
            <a:extLst>
              <a:ext uri="{FF2B5EF4-FFF2-40B4-BE49-F238E27FC236}">
                <a16:creationId xmlns:a16="http://schemas.microsoft.com/office/drawing/2014/main" id="{B655B551-B98D-4416-A2C0-76AF108C50B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SVM</a:t>
            </a:r>
            <a:endParaRPr lang="en-IL" dirty="0"/>
          </a:p>
        </p:txBody>
      </p:sp>
      <p:sp>
        <p:nvSpPr>
          <p:cNvPr id="6" name="מציין מיקום תוכן 5">
            <a:extLst>
              <a:ext uri="{FF2B5EF4-FFF2-40B4-BE49-F238E27FC236}">
                <a16:creationId xmlns:a16="http://schemas.microsoft.com/office/drawing/2014/main" id="{A1CC7633-1C76-4268-8E6A-A9DDEEC60D14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he-IL" dirty="0"/>
              <a:t>לינארי ותומך בהפרדה לא לינארית</a:t>
            </a:r>
            <a:r>
              <a:rPr lang="en-US" dirty="0"/>
              <a:t> </a:t>
            </a:r>
            <a:r>
              <a:rPr lang="he-IL" dirty="0"/>
              <a:t> (</a:t>
            </a:r>
            <a:r>
              <a:rPr lang="en-US" dirty="0"/>
              <a:t>kernels</a:t>
            </a:r>
            <a:r>
              <a:rPr lang="he-IL" dirty="0"/>
              <a:t>)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he-IL" dirty="0"/>
              <a:t>מתכנס גם אם הנתונים לא ניתנים להפרדה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he-IL" dirty="0"/>
              <a:t>קו הפרדה אופטימאלי במובן שוליים רחבים ביותר</a:t>
            </a:r>
            <a:endParaRPr lang="en-IL" dirty="0"/>
          </a:p>
        </p:txBody>
      </p:sp>
      <p:sp>
        <p:nvSpPr>
          <p:cNvPr id="7" name="מציין מיקום טקסט 6">
            <a:extLst>
              <a:ext uri="{FF2B5EF4-FFF2-40B4-BE49-F238E27FC236}">
                <a16:creationId xmlns:a16="http://schemas.microsoft.com/office/drawing/2014/main" id="{9D295653-6852-4649-AAAC-5974B656CBA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he-IL" dirty="0"/>
              <a:t>פרספטרון	</a:t>
            </a:r>
            <a:endParaRPr lang="en-IL" dirty="0"/>
          </a:p>
        </p:txBody>
      </p:sp>
      <p:sp>
        <p:nvSpPr>
          <p:cNvPr id="8" name="מציין מיקום תוכן 7">
            <a:extLst>
              <a:ext uri="{FF2B5EF4-FFF2-40B4-BE49-F238E27FC236}">
                <a16:creationId xmlns:a16="http://schemas.microsoft.com/office/drawing/2014/main" id="{08C50FC0-8756-429F-9C43-E012036F7E9F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he-IL" dirty="0"/>
              <a:t>לינארי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he-IL" dirty="0"/>
              <a:t>מתכנס רק אם הנתונים ניתנים להפרדה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he-IL" dirty="0"/>
              <a:t>קו הפרדה – הראשון אליו התכנס האלגוריתם </a:t>
            </a:r>
            <a:endParaRPr lang="en-IL" dirty="0"/>
          </a:p>
        </p:txBody>
      </p:sp>
      <p:sp>
        <p:nvSpPr>
          <p:cNvPr id="9" name="מציין מיקום טקסט 8">
            <a:extLst>
              <a:ext uri="{FF2B5EF4-FFF2-40B4-BE49-F238E27FC236}">
                <a16:creationId xmlns:a16="http://schemas.microsoft.com/office/drawing/2014/main" id="{C01F3963-8096-4531-B0CA-8BE8D9E1A3B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he-IL" dirty="0"/>
              <a:t>פרספטרון </a:t>
            </a:r>
            <a:r>
              <a:rPr lang="en-US" dirty="0"/>
              <a:t>VS</a:t>
            </a:r>
            <a:r>
              <a:rPr lang="he-IL" dirty="0"/>
              <a:t>. </a:t>
            </a:r>
            <a:r>
              <a:rPr lang="en-US" dirty="0"/>
              <a:t>SVM</a:t>
            </a:r>
            <a:endParaRPr lang="en-IL" dirty="0"/>
          </a:p>
        </p:txBody>
      </p:sp>
      <p:sp>
        <p:nvSpPr>
          <p:cNvPr id="10" name="תיבת טקסט 9">
            <a:extLst>
              <a:ext uri="{FF2B5EF4-FFF2-40B4-BE49-F238E27FC236}">
                <a16:creationId xmlns:a16="http://schemas.microsoft.com/office/drawing/2014/main" id="{2CE925EE-4589-4996-9654-52835186C41C}"/>
              </a:ext>
            </a:extLst>
          </p:cNvPr>
          <p:cNvSpPr txBox="1"/>
          <p:nvPr/>
        </p:nvSpPr>
        <p:spPr>
          <a:xfrm>
            <a:off x="3048000" y="3340586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he-IL" b="0" dirty="0">
                <a:effectLst/>
              </a:rPr>
              <a:t>  </a:t>
            </a:r>
            <a:endParaRPr lang="he-IL" dirty="0"/>
          </a:p>
        </p:txBody>
      </p:sp>
    </p:spTree>
    <p:extLst>
      <p:ext uri="{BB962C8B-B14F-4D97-AF65-F5344CB8AC3E}">
        <p14:creationId xmlns:p14="http://schemas.microsoft.com/office/powerpoint/2010/main" val="404710525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מציין מיקום טקסט 8">
            <a:extLst>
              <a:ext uri="{FF2B5EF4-FFF2-40B4-BE49-F238E27FC236}">
                <a16:creationId xmlns:a16="http://schemas.microsoft.com/office/drawing/2014/main" id="{C01F3963-8096-4531-B0CA-8BE8D9E1A3B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KNN</a:t>
            </a:r>
            <a:r>
              <a:rPr lang="he-IL" dirty="0"/>
              <a:t> </a:t>
            </a:r>
            <a:r>
              <a:rPr lang="en-US" dirty="0"/>
              <a:t>VS</a:t>
            </a:r>
            <a:r>
              <a:rPr lang="he-IL" dirty="0"/>
              <a:t>. </a:t>
            </a:r>
            <a:r>
              <a:rPr lang="en-US" dirty="0"/>
              <a:t>SVM</a:t>
            </a:r>
            <a:endParaRPr lang="en-IL" dirty="0"/>
          </a:p>
        </p:txBody>
      </p:sp>
      <p:sp>
        <p:nvSpPr>
          <p:cNvPr id="10" name="מציין מיקום תוכן 9">
            <a:extLst>
              <a:ext uri="{FF2B5EF4-FFF2-40B4-BE49-F238E27FC236}">
                <a16:creationId xmlns:a16="http://schemas.microsoft.com/office/drawing/2014/main" id="{C1574911-FAE3-4947-AA81-B519EAA1532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3224463" y="1741487"/>
            <a:ext cx="8557307" cy="3919656"/>
          </a:xfrm>
        </p:spPr>
        <p:txBody>
          <a:bodyPr/>
          <a:lstStyle/>
          <a:p>
            <a:pPr algn="r" rtl="1" fontAlgn="base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he-IL" sz="2800" b="0" i="0" u="none" strike="noStrike" dirty="0">
                <a:solidFill>
                  <a:srgbClr val="002147"/>
                </a:solidFill>
                <a:effectLst/>
                <a:latin typeface="Arial" panose="020B0604020202020204" pitchFamily="34" charset="0"/>
              </a:rPr>
              <a:t>אימון</a:t>
            </a:r>
            <a:endParaRPr lang="he-IL" sz="2800" b="0" i="0" u="none" strike="noStrike" dirty="0">
              <a:solidFill>
                <a:srgbClr val="D59F0E"/>
              </a:solidFill>
              <a:effectLst/>
              <a:latin typeface="Arial" panose="020B0604020202020204" pitchFamily="34" charset="0"/>
            </a:endParaRPr>
          </a:p>
          <a:p>
            <a:pPr marL="742950" lvl="1" indent="-285750" algn="r" rtl="1" fontAlgn="base">
              <a:spcBef>
                <a:spcPts val="5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he-IL" sz="2400" b="0" i="0" u="none" strike="noStrike" dirty="0">
                <a:solidFill>
                  <a:srgbClr val="002147"/>
                </a:solidFill>
                <a:effectLst/>
                <a:latin typeface="Arial" panose="020B0604020202020204" pitchFamily="34" charset="0"/>
              </a:rPr>
              <a:t>סיבוכיות זמן ריצה</a:t>
            </a:r>
            <a:endParaRPr lang="he-IL" sz="2400" b="0" i="0" u="none" strike="noStrike" dirty="0">
              <a:solidFill>
                <a:srgbClr val="D59F0E"/>
              </a:solidFill>
              <a:effectLst/>
              <a:latin typeface="Arial" panose="020B0604020202020204" pitchFamily="34" charset="0"/>
            </a:endParaRPr>
          </a:p>
          <a:p>
            <a:pPr marL="742950" lvl="1" indent="-285750" algn="r" rtl="1" fontAlgn="base">
              <a:spcBef>
                <a:spcPts val="5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he-IL" sz="2400" b="0" i="0" u="none" strike="noStrike" dirty="0">
                <a:solidFill>
                  <a:srgbClr val="002147"/>
                </a:solidFill>
                <a:effectLst/>
                <a:latin typeface="Arial" panose="020B0604020202020204" pitchFamily="34" charset="0"/>
              </a:rPr>
              <a:t>סיבוכיות מקום</a:t>
            </a:r>
            <a:endParaRPr lang="he-IL" sz="2400" b="0" i="0" u="none" strike="noStrike" dirty="0">
              <a:solidFill>
                <a:srgbClr val="D59F0E"/>
              </a:solidFill>
              <a:effectLst/>
              <a:latin typeface="Arial" panose="020B0604020202020204" pitchFamily="34" charset="0"/>
            </a:endParaRPr>
          </a:p>
          <a:p>
            <a:pPr algn="r" rtl="1" fontAlgn="base"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he-IL" sz="2800" b="0" i="0" u="none" strike="noStrike" dirty="0">
                <a:solidFill>
                  <a:srgbClr val="002147"/>
                </a:solidFill>
                <a:effectLst/>
                <a:latin typeface="Arial" panose="020B0604020202020204" pitchFamily="34" charset="0"/>
              </a:rPr>
              <a:t>חיזוי</a:t>
            </a:r>
            <a:endParaRPr lang="he-IL" sz="2800" b="0" i="0" u="none" strike="noStrike" dirty="0">
              <a:solidFill>
                <a:srgbClr val="D59F0E"/>
              </a:solidFill>
              <a:effectLst/>
              <a:latin typeface="Arial" panose="020B0604020202020204" pitchFamily="34" charset="0"/>
            </a:endParaRPr>
          </a:p>
          <a:p>
            <a:pPr marL="742950" lvl="1" indent="-285750" algn="r" rtl="1" fontAlgn="base">
              <a:spcBef>
                <a:spcPts val="5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he-IL" sz="2400" b="0" i="0" u="none" strike="noStrike" dirty="0">
                <a:solidFill>
                  <a:srgbClr val="002147"/>
                </a:solidFill>
                <a:effectLst/>
                <a:latin typeface="Arial" panose="020B0604020202020204" pitchFamily="34" charset="0"/>
              </a:rPr>
              <a:t>סיבוכיות זמן ריצה</a:t>
            </a:r>
            <a:endParaRPr lang="he-IL" sz="2400" b="0" i="0" u="none" strike="noStrike" dirty="0">
              <a:solidFill>
                <a:srgbClr val="D59F0E"/>
              </a:solidFill>
              <a:effectLst/>
              <a:latin typeface="Arial" panose="020B0604020202020204" pitchFamily="34" charset="0"/>
            </a:endParaRPr>
          </a:p>
          <a:p>
            <a:pPr marL="742950" lvl="1" indent="-285750" algn="r" rtl="1" fontAlgn="base">
              <a:spcBef>
                <a:spcPts val="5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he-IL" sz="2400" b="0" i="0" u="none" strike="noStrike" dirty="0">
                <a:solidFill>
                  <a:srgbClr val="002147"/>
                </a:solidFill>
                <a:effectLst/>
                <a:latin typeface="Arial" panose="020B0604020202020204" pitchFamily="34" charset="0"/>
              </a:rPr>
              <a:t>סיבוכיות מקום</a:t>
            </a:r>
            <a:endParaRPr lang="he-IL" sz="2400" b="0" i="0" u="none" strike="noStrike" dirty="0">
              <a:solidFill>
                <a:srgbClr val="D59F0E"/>
              </a:solidFill>
              <a:effectLst/>
              <a:latin typeface="Arial" panose="020B0604020202020204" pitchFamily="34" charset="0"/>
            </a:endParaRPr>
          </a:p>
          <a:p>
            <a:endParaRPr lang="he-IL" dirty="0"/>
          </a:p>
        </p:txBody>
      </p:sp>
      <p:graphicFrame>
        <p:nvGraphicFramePr>
          <p:cNvPr id="2" name="Table 2">
            <a:extLst>
              <a:ext uri="{FF2B5EF4-FFF2-40B4-BE49-F238E27FC236}">
                <a16:creationId xmlns:a16="http://schemas.microsoft.com/office/drawing/2014/main" id="{1BC88C43-4BD6-407C-87CF-6CC1C35FBD5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29779778"/>
              </p:ext>
            </p:extLst>
          </p:nvPr>
        </p:nvGraphicFramePr>
        <p:xfrm>
          <a:off x="561474" y="1574800"/>
          <a:ext cx="7154780" cy="2397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26655">
                  <a:extLst>
                    <a:ext uri="{9D8B030D-6E8A-4147-A177-3AD203B41FA5}">
                      <a16:colId xmlns:a16="http://schemas.microsoft.com/office/drawing/2014/main" val="5388995"/>
                    </a:ext>
                  </a:extLst>
                </a:gridCol>
                <a:gridCol w="3196103">
                  <a:extLst>
                    <a:ext uri="{9D8B030D-6E8A-4147-A177-3AD203B41FA5}">
                      <a16:colId xmlns:a16="http://schemas.microsoft.com/office/drawing/2014/main" val="299001404"/>
                    </a:ext>
                  </a:extLst>
                </a:gridCol>
                <a:gridCol w="1532022">
                  <a:extLst>
                    <a:ext uri="{9D8B030D-6E8A-4147-A177-3AD203B41FA5}">
                      <a16:colId xmlns:a16="http://schemas.microsoft.com/office/drawing/2014/main" val="15619524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SVM</a:t>
                      </a:r>
                      <a:endParaRPr lang="en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KNN</a:t>
                      </a:r>
                      <a:endParaRPr lang="en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n-IL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4465399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t*m*d</a:t>
                      </a:r>
                      <a:endParaRPr lang="en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  <a:endParaRPr lang="en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he-IL" dirty="0"/>
                        <a:t>אימון: זמן</a:t>
                      </a:r>
                      <a:endParaRPr lang="en-IL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675994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m*d</a:t>
                      </a:r>
                      <a:endParaRPr lang="en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m*d</a:t>
                      </a:r>
                      <a:endParaRPr lang="en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he-IL" dirty="0"/>
                        <a:t>אימון: מקום</a:t>
                      </a:r>
                      <a:endParaRPr lang="en-IL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858146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d</a:t>
                      </a:r>
                      <a:endParaRPr lang="en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Calc distances: m*d</a:t>
                      </a:r>
                      <a:endParaRPr lang="en-IL" dirty="0"/>
                    </a:p>
                    <a:p>
                      <a:r>
                        <a:rPr lang="en-US" dirty="0"/>
                        <a:t>Find nearest: m*k</a:t>
                      </a:r>
                    </a:p>
                    <a:p>
                      <a:r>
                        <a:rPr lang="en-US" dirty="0"/>
                        <a:t>Total: m*(</a:t>
                      </a:r>
                      <a:r>
                        <a:rPr lang="en-US" dirty="0" err="1"/>
                        <a:t>k+d</a:t>
                      </a:r>
                      <a:r>
                        <a:rPr lang="en-US" dirty="0"/>
                        <a:t>)</a:t>
                      </a:r>
                      <a:endParaRPr lang="en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he-IL" dirty="0"/>
                        <a:t>חיזוי: זמן</a:t>
                      </a:r>
                      <a:endParaRPr lang="en-IL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250283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d</a:t>
                      </a:r>
                      <a:endParaRPr lang="en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m*d</a:t>
                      </a:r>
                      <a:endParaRPr lang="en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he-IL" dirty="0"/>
                        <a:t>חיזוי: מקום</a:t>
                      </a:r>
                      <a:endParaRPr lang="en-IL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30468764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32073B03-70C5-4FD9-91BF-F6830F45C61F}"/>
              </a:ext>
            </a:extLst>
          </p:cNvPr>
          <p:cNvSpPr txBox="1"/>
          <p:nvPr/>
        </p:nvSpPr>
        <p:spPr>
          <a:xfrm>
            <a:off x="531466" y="4046039"/>
            <a:ext cx="3607398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t– number of training cycles</a:t>
            </a:r>
          </a:p>
          <a:p>
            <a:r>
              <a:rPr lang="en-US" dirty="0"/>
              <a:t>m – number of training samples</a:t>
            </a:r>
          </a:p>
          <a:p>
            <a:r>
              <a:rPr lang="en-US" dirty="0"/>
              <a:t>d – number of dimensions (features)</a:t>
            </a:r>
            <a:endParaRPr lang="en-IL" dirty="0"/>
          </a:p>
        </p:txBody>
      </p:sp>
    </p:spTree>
    <p:extLst>
      <p:ext uri="{BB962C8B-B14F-4D97-AF65-F5344CB8AC3E}">
        <p14:creationId xmlns:p14="http://schemas.microsoft.com/office/powerpoint/2010/main" val="127972380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תוכן 1">
            <a:extLst>
              <a:ext uri="{FF2B5EF4-FFF2-40B4-BE49-F238E27FC236}">
                <a16:creationId xmlns:a16="http://schemas.microsoft.com/office/drawing/2014/main" id="{74C126DB-1DC2-EAE7-9201-ADE49483BC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 rtl="0"/>
            <a:r>
              <a:rPr lang="en-US"/>
              <a:t>SVM Penguin classification </a:t>
            </a:r>
            <a:r>
              <a:rPr lang="en-US">
                <a:hlinkClick r:id="rId2"/>
              </a:rPr>
              <a:t>exercise 3</a:t>
            </a:r>
            <a:endParaRPr lang="en-US"/>
          </a:p>
          <a:p>
            <a:pPr algn="l" rtl="0"/>
            <a:endParaRPr lang="he-IL"/>
          </a:p>
        </p:txBody>
      </p:sp>
      <p:sp>
        <p:nvSpPr>
          <p:cNvPr id="3" name="מציין מיקום טקסט 2">
            <a:extLst>
              <a:ext uri="{FF2B5EF4-FFF2-40B4-BE49-F238E27FC236}">
                <a16:creationId xmlns:a16="http://schemas.microsoft.com/office/drawing/2014/main" id="{03E4700D-07B5-3803-3F92-F622F3E9D193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pPr algn="l" rtl="0"/>
            <a:r>
              <a:rPr lang="en-US"/>
              <a:t>SVM Penguin Classfication exercise</a:t>
            </a:r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10426263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DAD3F651-2468-4C8C-B64A-D023FC70D0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36622" y="2766218"/>
            <a:ext cx="7800622" cy="1325563"/>
          </a:xfrm>
        </p:spPr>
        <p:txBody>
          <a:bodyPr/>
          <a:lstStyle/>
          <a:p>
            <a:r>
              <a:rPr lang="he-IL" dirty="0"/>
              <a:t>תודה על ההשתתפות</a:t>
            </a:r>
            <a:endParaRPr lang="en-IL" dirty="0"/>
          </a:p>
        </p:txBody>
      </p:sp>
    </p:spTree>
    <p:extLst>
      <p:ext uri="{BB962C8B-B14F-4D97-AF65-F5344CB8AC3E}">
        <p14:creationId xmlns:p14="http://schemas.microsoft.com/office/powerpoint/2010/main" val="1413812207"/>
      </p:ext>
    </p:extLst>
  </p:cSld>
  <p:clrMapOvr>
    <a:masterClrMapping/>
  </p:clrMapOvr>
</p:sld>
</file>

<file path=ppt/theme/theme1.xml><?xml version="1.0" encoding="utf-8"?>
<a:theme xmlns:a="http://schemas.openxmlformats.org/drawingml/2006/main" name="TECHNION_Op3_General_Heb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ערכת נושא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TECHNION_Op3_General_Heb</Template>
  <TotalTime>8042</TotalTime>
  <Words>594</Words>
  <Application>Microsoft Office PowerPoint</Application>
  <PresentationFormat>מסך רחב</PresentationFormat>
  <Paragraphs>153</Paragraphs>
  <Slides>26</Slides>
  <Notes>1</Notes>
  <HiddenSlides>0</HiddenSlides>
  <MMClips>0</MMClips>
  <ScaleCrop>false</ScaleCrop>
  <HeadingPairs>
    <vt:vector size="6" baseType="variant">
      <vt:variant>
        <vt:lpstr>גופנים בשימוש</vt:lpstr>
      </vt:variant>
      <vt:variant>
        <vt:i4>6</vt:i4>
      </vt:variant>
      <vt:variant>
        <vt:lpstr>ערכת נושא</vt:lpstr>
      </vt:variant>
      <vt:variant>
        <vt:i4>1</vt:i4>
      </vt:variant>
      <vt:variant>
        <vt:lpstr>כותרות שקופיות</vt:lpstr>
      </vt:variant>
      <vt:variant>
        <vt:i4>26</vt:i4>
      </vt:variant>
    </vt:vector>
  </HeadingPairs>
  <TitlesOfParts>
    <vt:vector size="33" baseType="lpstr">
      <vt:lpstr>-apple-system</vt:lpstr>
      <vt:lpstr>Arial</vt:lpstr>
      <vt:lpstr>Calibri</vt:lpstr>
      <vt:lpstr>Cambria Math</vt:lpstr>
      <vt:lpstr>Courier New</vt:lpstr>
      <vt:lpstr>Tahoma</vt:lpstr>
      <vt:lpstr>TECHNION_Op3_General_Heb</vt:lpstr>
      <vt:lpstr>מצגת של PowerPoint‏</vt:lpstr>
      <vt:lpstr>פרספטרון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SVM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SVM Kernels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תודה על ההשתתפות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מדעי הנתונים</dc:title>
  <dc:creator>Jacob Mike</dc:creator>
  <cp:lastModifiedBy>אריאל בר-יצחק</cp:lastModifiedBy>
  <cp:revision>311</cp:revision>
  <dcterms:created xsi:type="dcterms:W3CDTF">2019-03-02T07:56:19Z</dcterms:created>
  <dcterms:modified xsi:type="dcterms:W3CDTF">2026-05-17T17:01:50Z</dcterms:modified>
</cp:coreProperties>
</file>