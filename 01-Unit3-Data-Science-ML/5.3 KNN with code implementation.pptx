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14"/>
  </p:notesMasterIdLst>
  <p:sldIdLst>
    <p:sldId id="494" r:id="rId2"/>
    <p:sldId id="277" r:id="rId3"/>
    <p:sldId id="632" r:id="rId4"/>
    <p:sldId id="502" r:id="rId5"/>
    <p:sldId id="503" r:id="rId6"/>
    <p:sldId id="504" r:id="rId7"/>
    <p:sldId id="498" r:id="rId8"/>
    <p:sldId id="501" r:id="rId9"/>
    <p:sldId id="500" r:id="rId10"/>
    <p:sldId id="499" r:id="rId11"/>
    <p:sldId id="633" r:id="rId12"/>
    <p:sldId id="442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199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20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fld id="{7F3F4BA6-0FB4-404A-97CE-3280853A6031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en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fld id="{B586F2C3-1532-4552-BDB5-D692430AA2DC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835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" y="1107"/>
            <a:ext cx="12177238" cy="6855785"/>
          </a:xfrm>
          <a:prstGeom prst="rect">
            <a:avLst/>
          </a:prstGeom>
        </p:spPr>
      </p:pic>
      <p:sp>
        <p:nvSpPr>
          <p:cNvPr id="8" name="Title 16"/>
          <p:cNvSpPr>
            <a:spLocks noGrp="1"/>
          </p:cNvSpPr>
          <p:nvPr>
            <p:ph type="title"/>
          </p:nvPr>
        </p:nvSpPr>
        <p:spPr>
          <a:xfrm>
            <a:off x="3829050" y="2327275"/>
            <a:ext cx="7524750" cy="1325563"/>
          </a:xfrm>
        </p:spPr>
        <p:txBody>
          <a:bodyPr>
            <a:normAutofit/>
          </a:bodyPr>
          <a:lstStyle>
            <a:lvl1pPr algn="r" rtl="1">
              <a:defRPr sz="4400" b="1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9" name="Text Placeholder 2"/>
          <p:cNvSpPr>
            <a:spLocks noGrp="1"/>
          </p:cNvSpPr>
          <p:nvPr>
            <p:ph type="body" idx="1"/>
          </p:nvPr>
        </p:nvSpPr>
        <p:spPr>
          <a:xfrm>
            <a:off x="3848100" y="3424238"/>
            <a:ext cx="7524750" cy="1500187"/>
          </a:xfrm>
        </p:spPr>
        <p:txBody>
          <a:bodyPr>
            <a:normAutofit/>
          </a:bodyPr>
          <a:lstStyle>
            <a:lvl1pPr marL="0" indent="0" algn="r" rtl="1">
              <a:buNone/>
              <a:defRPr sz="3600">
                <a:solidFill>
                  <a:srgbClr val="D79E0F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798876" y="6043367"/>
            <a:ext cx="7894974" cy="365123"/>
          </a:xfrm>
        </p:spPr>
        <p:txBody>
          <a:bodyPr/>
          <a:lstStyle>
            <a:lvl1pPr algn="r" rtl="1">
              <a:defRPr sz="3200">
                <a:solidFill>
                  <a:schemeClr val="bg1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578392" y="6043367"/>
            <a:ext cx="1885950" cy="365125"/>
          </a:xfrm>
        </p:spPr>
        <p:txBody>
          <a:bodyPr/>
          <a:lstStyle>
            <a:lvl1pPr algn="r" rtl="1">
              <a:defRPr sz="2400" b="0">
                <a:solidFill>
                  <a:srgbClr val="D79E0F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5501765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693" y="1825625"/>
            <a:ext cx="11430077" cy="3783867"/>
          </a:xfrm>
        </p:spPr>
        <p:txBody>
          <a:bodyPr/>
          <a:lstStyle>
            <a:lvl1pPr marL="0" indent="0" algn="r" rtl="1">
              <a:buNone/>
              <a:defRPr/>
            </a:lvl1pPr>
            <a:lvl2pPr marL="457200" indent="0" algn="r" rtl="1">
              <a:buNone/>
              <a:defRPr/>
            </a:lvl2pPr>
            <a:lvl3pPr marL="914400" indent="0" algn="r" rtl="1">
              <a:buNone/>
              <a:defRPr/>
            </a:lvl3pPr>
            <a:lvl4pPr marL="1371600" indent="0" algn="r" rtl="1">
              <a:buNone/>
              <a:defRPr/>
            </a:lvl4pPr>
            <a:lvl5pPr marL="1828800" indent="0" algn="r" rtl="1">
              <a:buNone/>
              <a:defRPr/>
            </a:lvl5pPr>
          </a:lstStyle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9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12" name="Text Placeholder 4"/>
          <p:cNvSpPr>
            <a:spLocks noGrp="1"/>
          </p:cNvSpPr>
          <p:nvPr>
            <p:ph type="body" sz="quarter" idx="15"/>
          </p:nvPr>
        </p:nvSpPr>
        <p:spPr>
          <a:xfrm>
            <a:off x="351693" y="365124"/>
            <a:ext cx="11430078" cy="1376363"/>
          </a:xfrm>
          <a:noFill/>
        </p:spPr>
        <p:txBody>
          <a:bodyPr vert="horz" lIns="91440" tIns="45720" rIns="91440" bIns="45720" rtlCol="0" anchor="ctr">
            <a:normAutofit/>
          </a:bodyPr>
          <a:lstStyle>
            <a:lvl1pPr>
              <a:defRPr sz="4400" b="1"/>
            </a:lvl1pPr>
            <a:lvl2pPr>
              <a:defRPr lang="en-US" sz="4400" b="1" dirty="0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</p:spTree>
    <p:extLst>
      <p:ext uri="{BB962C8B-B14F-4D97-AF65-F5344CB8AC3E}">
        <p14:creationId xmlns:p14="http://schemas.microsoft.com/office/powerpoint/2010/main" val="16602940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1999" cy="6866313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404447" y="365124"/>
            <a:ext cx="11377324" cy="1376363"/>
          </a:xfrm>
          <a:noFill/>
        </p:spPr>
        <p:txBody>
          <a:bodyPr anchor="ctr">
            <a:normAutofit/>
          </a:bodyPr>
          <a:lstStyle>
            <a:lvl1pPr algn="r" rtl="1">
              <a:defRPr sz="4400" b="1"/>
            </a:lvl1pPr>
            <a:lvl2pPr marL="457200" indent="0" algn="r" rtl="1">
              <a:buNone/>
              <a:defRPr sz="4400" b="1"/>
            </a:lvl2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Footer Placeholder 4"/>
          <p:cNvSpPr>
            <a:spLocks noGrp="1"/>
          </p:cNvSpPr>
          <p:nvPr>
            <p:ph type="ftr" sz="quarter" idx="13"/>
          </p:nvPr>
        </p:nvSpPr>
        <p:spPr>
          <a:xfrm>
            <a:off x="6277708" y="6073902"/>
            <a:ext cx="5504062" cy="379652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3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13" name="Date Placeholder 3"/>
          <p:cNvSpPr>
            <a:spLocks noGrp="1"/>
          </p:cNvSpPr>
          <p:nvPr>
            <p:ph type="dt" sz="half" idx="14"/>
          </p:nvPr>
        </p:nvSpPr>
        <p:spPr>
          <a:xfrm>
            <a:off x="3981529" y="6073902"/>
            <a:ext cx="1885950" cy="365125"/>
          </a:xfrm>
        </p:spPr>
        <p:txBody>
          <a:bodyPr/>
          <a:lstStyle>
            <a:lvl1pPr marL="0" indent="0" algn="r" rtl="1">
              <a:buFont typeface="Arial" panose="020B0604020202020204" pitchFamily="34" charset="0"/>
              <a:buNone/>
              <a:defRPr sz="2400" b="0">
                <a:solidFill>
                  <a:schemeClr val="bg1"/>
                </a:solidFill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170764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כותרת ותוכן" type="obj">
  <p:cSld name="1_כותרת ותוכן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Google Shape;36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1999" cy="6866313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36"/>
          <p:cNvSpPr txBox="1"/>
          <p:nvPr/>
        </p:nvSpPr>
        <p:spPr>
          <a:xfrm>
            <a:off x="4846619" y="6579645"/>
            <a:ext cx="249876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w-IL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© kobymike@gmail.com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36"/>
          <p:cNvSpPr txBox="1">
            <a:spLocks noGrp="1"/>
          </p:cNvSpPr>
          <p:nvPr>
            <p:ph type="title"/>
          </p:nvPr>
        </p:nvSpPr>
        <p:spPr>
          <a:xfrm>
            <a:off x="232229" y="355224"/>
            <a:ext cx="11563006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r" rt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2147"/>
              </a:buClr>
              <a:buSzPts val="4400"/>
              <a:buNone/>
              <a:defRPr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 dirty="0"/>
          </a:p>
        </p:txBody>
      </p:sp>
      <p:sp>
        <p:nvSpPr>
          <p:cNvPr id="39" name="Google Shape;39;p36"/>
          <p:cNvSpPr txBox="1">
            <a:spLocks noGrp="1"/>
          </p:cNvSpPr>
          <p:nvPr>
            <p:ph type="body" idx="1"/>
          </p:nvPr>
        </p:nvSpPr>
        <p:spPr>
          <a:xfrm>
            <a:off x="224346" y="1842899"/>
            <a:ext cx="115630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 rtl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3pPr>
            <a:lvl4pPr marL="1828800" lvl="3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4pPr>
            <a:lvl5pPr marL="2286000" lvl="4" indent="-228600" algn="r" rtl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 dirty="0"/>
          </a:p>
        </p:txBody>
      </p:sp>
      <p:sp>
        <p:nvSpPr>
          <p:cNvPr id="40" name="Google Shape;40;p3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3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3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l" rtl="1">
              <a:spcBef>
                <a:spcPts val="0"/>
              </a:spcBef>
              <a:buNone/>
              <a:defRPr/>
            </a:lvl1pPr>
            <a:lvl2pPr marL="0" lvl="1" indent="0" algn="l" rtl="1">
              <a:spcBef>
                <a:spcPts val="0"/>
              </a:spcBef>
              <a:buNone/>
              <a:defRPr/>
            </a:lvl2pPr>
            <a:lvl3pPr marL="0" lvl="2" indent="0" algn="l" rtl="1">
              <a:spcBef>
                <a:spcPts val="0"/>
              </a:spcBef>
              <a:buNone/>
              <a:defRPr/>
            </a:lvl3pPr>
            <a:lvl4pPr marL="0" lvl="3" indent="0" algn="l" rtl="1">
              <a:spcBef>
                <a:spcPts val="0"/>
              </a:spcBef>
              <a:buNone/>
              <a:defRPr/>
            </a:lvl4pPr>
            <a:lvl5pPr marL="0" lvl="4" indent="0" algn="l" rtl="1">
              <a:spcBef>
                <a:spcPts val="0"/>
              </a:spcBef>
              <a:buNone/>
              <a:defRPr/>
            </a:lvl5pPr>
            <a:lvl6pPr marL="0" lvl="5" indent="0" algn="l" rtl="1">
              <a:spcBef>
                <a:spcPts val="0"/>
              </a:spcBef>
              <a:buNone/>
              <a:defRPr/>
            </a:lvl6pPr>
            <a:lvl7pPr marL="0" lvl="6" indent="0" algn="l" rtl="1">
              <a:spcBef>
                <a:spcPts val="0"/>
              </a:spcBef>
              <a:buNone/>
              <a:defRPr/>
            </a:lvl7pPr>
            <a:lvl8pPr marL="0" lvl="7" indent="0" algn="l" rtl="1">
              <a:spcBef>
                <a:spcPts val="0"/>
              </a:spcBef>
              <a:buNone/>
              <a:defRPr/>
            </a:lvl8pPr>
            <a:lvl9pPr marL="0" lvl="8" indent="0" algn="l" rtl="1">
              <a:spcBef>
                <a:spcPts val="0"/>
              </a:spcBef>
              <a:buNone/>
              <a:defRPr/>
            </a:lvl9pPr>
          </a:lstStyle>
          <a:p>
            <a:pPr marL="0" lvl="0" indent="0" algn="l" rtl="1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-IL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301804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AA2153F9-CD1E-4915-8F64-241C69FF8ED7}" type="datetimeFigureOut">
              <a:rPr lang="en-IL" smtClean="0"/>
              <a:t>06/29/2024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1">
              <a:defRPr sz="1200">
                <a:solidFill>
                  <a:srgbClr val="002147"/>
                </a:solidFill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defRPr>
            </a:lvl1pPr>
          </a:lstStyle>
          <a:p>
            <a:fld id="{9EA62BEB-6A5C-4FC5-82F8-803F5A423B84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7957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2" r:id="rId2"/>
    <p:sldLayoutId id="2147483685" r:id="rId3"/>
    <p:sldLayoutId id="2147483686" r:id="rId4"/>
  </p:sldLayoutIdLst>
  <p:txStyles>
    <p:titleStyle>
      <a:lvl1pPr marL="0" indent="0" algn="r" defTabSz="914400" rtl="1" eaLnBrk="1" latinLnBrk="0" hangingPunct="1">
        <a:lnSpc>
          <a:spcPct val="90000"/>
        </a:lnSpc>
        <a:spcBef>
          <a:spcPct val="0"/>
        </a:spcBef>
        <a:buFont typeface="Arial" panose="020B0604020202020204" pitchFamily="34" charset="0"/>
        <a:buNone/>
        <a:defRPr sz="4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</p:titleStyle>
    <p:bodyStyle>
      <a:lvl1pPr marL="0" indent="0" algn="r" defTabSz="914400" rtl="1" eaLnBrk="1" latinLnBrk="0" hangingPunct="1">
        <a:lnSpc>
          <a:spcPct val="90000"/>
        </a:lnSpc>
        <a:spcBef>
          <a:spcPts val="1000"/>
        </a:spcBef>
        <a:buClr>
          <a:srgbClr val="D59F0E"/>
        </a:buClr>
        <a:buFont typeface="Arial" panose="020B0604020202020204" pitchFamily="34" charset="0"/>
        <a:buNone/>
        <a:defRPr sz="2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1pPr>
      <a:lvl2pPr marL="4572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4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2pPr>
      <a:lvl3pPr marL="9144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20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3pPr>
      <a:lvl4pPr marL="13716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4pPr>
      <a:lvl5pPr marL="1828800" indent="0" algn="r" defTabSz="914400" rtl="1" eaLnBrk="1" latinLnBrk="0" hangingPunct="1">
        <a:lnSpc>
          <a:spcPct val="90000"/>
        </a:lnSpc>
        <a:spcBef>
          <a:spcPts val="500"/>
        </a:spcBef>
        <a:buClr>
          <a:srgbClr val="D59F0E"/>
        </a:buClr>
        <a:buFont typeface="Arial" panose="020B0604020202020204" pitchFamily="34" charset="0"/>
        <a:buNone/>
        <a:defRPr sz="1800" kern="1200">
          <a:solidFill>
            <a:srgbClr val="002147"/>
          </a:solidFill>
          <a:latin typeface="Tahoma" panose="020B0604030504040204" pitchFamily="34" charset="0"/>
          <a:ea typeface="Tahoma" panose="020B0604030504040204" pitchFamily="34" charset="0"/>
          <a:cs typeface="Tahoma" panose="020B060403050404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hyperlink" Target="https://drive.google.com/file/d/1YpkhhiSZ9rU8iqnjcaOIEk05Ulahf8U-/view?usp=sharing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600" y="2327275"/>
            <a:ext cx="6172200" cy="1325563"/>
          </a:xfrm>
        </p:spPr>
        <p:txBody>
          <a:bodyPr/>
          <a:lstStyle/>
          <a:p>
            <a:pPr algn="ctr"/>
            <a:r>
              <a:rPr lang="he-IL" dirty="0"/>
              <a:t>יישום </a:t>
            </a:r>
            <a:r>
              <a:rPr lang="en-US" dirty="0"/>
              <a:t>KNN</a:t>
            </a:r>
            <a:r>
              <a:rPr lang="he-IL" dirty="0"/>
              <a:t> </a:t>
            </a:r>
            <a:r>
              <a:rPr lang="he-IL"/>
              <a:t>באמצעות קוד מלא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416037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9B08B-B17D-4688-BE1E-A89828E1A2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חיבור וחיסור מטריצות</a:t>
            </a:r>
            <a:endParaRPr lang="en-I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9D89F8-75C9-E408-6D93-E4A37A6795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765" y="1418876"/>
            <a:ext cx="3101839" cy="2710028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AD534157-AAE4-7D7C-A90E-0906427E77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8551" y="1418876"/>
            <a:ext cx="3143250" cy="2571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6322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B5CBE-9F78-DE6D-D865-44F674599D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Broadcasting</a:t>
            </a:r>
            <a:endParaRPr lang="en-I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ADAB38-54BD-EAAF-6409-6E0596BF57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Numpy</a:t>
            </a:r>
            <a:r>
              <a:rPr lang="he-IL" dirty="0"/>
              <a:t> יכול לבצע פעולות בין אלמנטים בממדים שונים, על ידי שכפול</a:t>
            </a:r>
          </a:p>
          <a:p>
            <a:r>
              <a:rPr lang="he-IL" dirty="0"/>
              <a:t>לדוגמא, חיבור של וקטור ומטריצה</a:t>
            </a:r>
            <a:endParaRPr lang="en-IL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8AEC83-AEF1-F3CB-778F-BC564FA24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6530" y="3352800"/>
            <a:ext cx="5096586" cy="217200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1F810FB-255A-E19B-FFA5-FDB5BF8FCF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308" y="3700385"/>
            <a:ext cx="3607696" cy="1338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0006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915D7C-51D6-C7D9-CC1B-70C4F6452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Creating numpy arrays</a:t>
            </a:r>
            <a:endParaRPr lang="he-IL"/>
          </a:p>
        </p:txBody>
      </p:sp>
      <p:pic>
        <p:nvPicPr>
          <p:cNvPr id="4" name="מציין מיקום תוכן 3">
            <a:extLst>
              <a:ext uri="{FF2B5EF4-FFF2-40B4-BE49-F238E27FC236}">
                <a16:creationId xmlns:a16="http://schemas.microsoft.com/office/drawing/2014/main" id="{3530555F-5AA8-6A9D-2DA5-A09B9FF6E4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69206" y="1456657"/>
            <a:ext cx="5076902" cy="3784600"/>
          </a:xfrm>
          <a:prstGeom prst="rect">
            <a:avLst/>
          </a:prstGeom>
        </p:spPr>
      </p:pic>
      <p:pic>
        <p:nvPicPr>
          <p:cNvPr id="5" name="תמונה 4">
            <a:extLst>
              <a:ext uri="{FF2B5EF4-FFF2-40B4-BE49-F238E27FC236}">
                <a16:creationId xmlns:a16="http://schemas.microsoft.com/office/drawing/2014/main" id="{48627023-E631-9F13-204C-99C5438A45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189" y="1456657"/>
            <a:ext cx="4525379" cy="3727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4917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915D7C-51D6-C7D9-CC1B-70C4F6452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125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Calculate distance method 1</a:t>
            </a:r>
            <a:endParaRPr lang="he-IL"/>
          </a:p>
        </p:txBody>
      </p:sp>
      <p:pic>
        <p:nvPicPr>
          <p:cNvPr id="8" name="מציין מיקום תוכן 7">
            <a:extLst>
              <a:ext uri="{FF2B5EF4-FFF2-40B4-BE49-F238E27FC236}">
                <a16:creationId xmlns:a16="http://schemas.microsoft.com/office/drawing/2014/main" id="{FD5318EF-5155-015F-A2FB-B91CE4DFE0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7828" y="970966"/>
            <a:ext cx="5654784" cy="5734633"/>
          </a:xfr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72732195-168B-20AF-BBDA-8E9B411D16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9390" y="1128008"/>
            <a:ext cx="4525379" cy="3727483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7E93002C-488D-684E-C521-BEBE802BC1B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9390" y="4855491"/>
            <a:ext cx="5279054" cy="675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57426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B7915D7C-51D6-C7D9-CC1B-70C4F6452C9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125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Calculate distance method 2</a:t>
            </a:r>
            <a:endParaRPr lang="he-IL"/>
          </a:p>
        </p:txBody>
      </p:sp>
      <p:pic>
        <p:nvPicPr>
          <p:cNvPr id="9" name="תמונה 8">
            <a:extLst>
              <a:ext uri="{FF2B5EF4-FFF2-40B4-BE49-F238E27FC236}">
                <a16:creationId xmlns:a16="http://schemas.microsoft.com/office/drawing/2014/main" id="{72732195-168B-20AF-BBDA-8E9B411D1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060" y="1071861"/>
            <a:ext cx="4525379" cy="3727483"/>
          </a:xfrm>
          <a:prstGeom prst="rect">
            <a:avLst/>
          </a:prstGeom>
        </p:spPr>
      </p:pic>
      <p:pic>
        <p:nvPicPr>
          <p:cNvPr id="10" name="תמונה 9">
            <a:extLst>
              <a:ext uri="{FF2B5EF4-FFF2-40B4-BE49-F238E27FC236}">
                <a16:creationId xmlns:a16="http://schemas.microsoft.com/office/drawing/2014/main" id="{7E93002C-488D-684E-C521-BEBE802BC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946" y="4903618"/>
            <a:ext cx="5279054" cy="675133"/>
          </a:xfrm>
          <a:prstGeom prst="rect">
            <a:avLst/>
          </a:prstGeom>
        </p:spPr>
      </p:pic>
      <p:pic>
        <p:nvPicPr>
          <p:cNvPr id="6" name="מציין מיקום תוכן 5">
            <a:extLst>
              <a:ext uri="{FF2B5EF4-FFF2-40B4-BE49-F238E27FC236}">
                <a16:creationId xmlns:a16="http://schemas.microsoft.com/office/drawing/2014/main" id="{BDB2BB59-2AD7-A6B5-2D28-362E7705C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/>
          <a:stretch>
            <a:fillRect/>
          </a:stretch>
        </p:blipFill>
        <p:spPr>
          <a:xfrm>
            <a:off x="264933" y="1023309"/>
            <a:ext cx="6742319" cy="1376363"/>
          </a:xfrm>
        </p:spPr>
      </p:pic>
    </p:spTree>
    <p:extLst>
      <p:ext uri="{BB962C8B-B14F-4D97-AF65-F5344CB8AC3E}">
        <p14:creationId xmlns:p14="http://schemas.microsoft.com/office/powerpoint/2010/main" val="16893291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91471C31-3329-7190-30E2-13CD65288B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7603" y="1088279"/>
            <a:ext cx="7448741" cy="5769721"/>
          </a:xfrm>
          <a:prstGeom prst="rect">
            <a:avLst/>
          </a:prstGeom>
        </p:spPr>
      </p:pic>
      <p:sp>
        <p:nvSpPr>
          <p:cNvPr id="2" name="מציין מיקום טקסט 2">
            <a:extLst>
              <a:ext uri="{FF2B5EF4-FFF2-40B4-BE49-F238E27FC236}">
                <a16:creationId xmlns:a16="http://schemas.microsoft.com/office/drawing/2014/main" id="{2BB1FC62-282B-0220-49CA-F42240A4527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5125" y="0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Create distance column and sort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2946177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תמונה 6">
            <a:extLst>
              <a:ext uri="{FF2B5EF4-FFF2-40B4-BE49-F238E27FC236}">
                <a16:creationId xmlns:a16="http://schemas.microsoft.com/office/drawing/2014/main" id="{E7C55CF2-0F49-1440-DA64-5E4CF3FB3C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399" y="1296158"/>
            <a:ext cx="4480498" cy="4079259"/>
          </a:xfrm>
          <a:prstGeom prst="rect">
            <a:avLst/>
          </a:prstGeom>
        </p:spPr>
      </p:pic>
      <p:pic>
        <p:nvPicPr>
          <p:cNvPr id="9" name="תמונה 8">
            <a:extLst>
              <a:ext uri="{FF2B5EF4-FFF2-40B4-BE49-F238E27FC236}">
                <a16:creationId xmlns:a16="http://schemas.microsoft.com/office/drawing/2014/main" id="{62E1DACE-0F07-9A11-9C07-F49110FEFF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834" y="1296158"/>
            <a:ext cx="3757187" cy="4372000"/>
          </a:xfrm>
          <a:prstGeom prst="rect">
            <a:avLst/>
          </a:prstGeom>
        </p:spPr>
      </p:pic>
      <p:sp>
        <p:nvSpPr>
          <p:cNvPr id="2" name="מציין מיקום טקסט 2">
            <a:extLst>
              <a:ext uri="{FF2B5EF4-FFF2-40B4-BE49-F238E27FC236}">
                <a16:creationId xmlns:a16="http://schemas.microsoft.com/office/drawing/2014/main" id="{126E2A55-EB75-1036-B052-C5643AEB88D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39399" y="136358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Frequent label in K nearest neighbours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988624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תמונה 8">
            <a:extLst>
              <a:ext uri="{FF2B5EF4-FFF2-40B4-BE49-F238E27FC236}">
                <a16:creationId xmlns:a16="http://schemas.microsoft.com/office/drawing/2014/main" id="{856C610B-DA03-14B6-B630-12EE08AF8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5314" y="1738563"/>
            <a:ext cx="7040671" cy="3619500"/>
          </a:xfrm>
          <a:prstGeom prst="rect">
            <a:avLst/>
          </a:prstGeom>
        </p:spPr>
      </p:pic>
      <p:sp>
        <p:nvSpPr>
          <p:cNvPr id="2" name="מציין מיקום טקסט 2">
            <a:extLst>
              <a:ext uri="{FF2B5EF4-FFF2-40B4-BE49-F238E27FC236}">
                <a16:creationId xmlns:a16="http://schemas.microsoft.com/office/drawing/2014/main" id="{6513C613-5D87-DF40-FF2C-C189591F172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1922" y="248653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Predicting one samples &amp; many samples (example usage)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750328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תמונה 2">
            <a:extLst>
              <a:ext uri="{FF2B5EF4-FFF2-40B4-BE49-F238E27FC236}">
                <a16:creationId xmlns:a16="http://schemas.microsoft.com/office/drawing/2014/main" id="{5724F7BF-32E8-C0FF-C4E7-819979ABF4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286" y="2013284"/>
            <a:ext cx="4860568" cy="2211433"/>
          </a:xfrm>
          <a:prstGeom prst="rect">
            <a:avLst/>
          </a:prstGeom>
        </p:spPr>
      </p:pic>
      <p:sp>
        <p:nvSpPr>
          <p:cNvPr id="2" name="מציין מיקום טקסט 2">
            <a:extLst>
              <a:ext uri="{FF2B5EF4-FFF2-40B4-BE49-F238E27FC236}">
                <a16:creationId xmlns:a16="http://schemas.microsoft.com/office/drawing/2014/main" id="{F74260D4-573D-29BC-E8A3-0D334518BF3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61922" y="248653"/>
            <a:ext cx="11430078" cy="1376363"/>
          </a:xfrm>
        </p:spPr>
        <p:txBody>
          <a:bodyPr/>
          <a:lstStyle/>
          <a:p>
            <a:pPr algn="l" rtl="0"/>
            <a:r>
              <a:rPr lang="en-US"/>
              <a:t>Predicting one samples &amp; many samples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931920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תוכן 1">
            <a:extLst>
              <a:ext uri="{FF2B5EF4-FFF2-40B4-BE49-F238E27FC236}">
                <a16:creationId xmlns:a16="http://schemas.microsoft.com/office/drawing/2014/main" id="{0A1AA2CA-0AB4-4290-15C4-9587145ED6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 rtl="0"/>
            <a:r>
              <a:rPr lang="en-US">
                <a:hlinkClick r:id="rId2"/>
              </a:rPr>
              <a:t>KNN iris exercise 2</a:t>
            </a:r>
            <a:endParaRPr lang="he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9B416AEF-B3AB-A31C-2F2F-3E71DE3B47C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pPr algn="l" rtl="0"/>
            <a:r>
              <a:rPr lang="en-US"/>
              <a:t>KNN exercise 2</a:t>
            </a:r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0835807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AD3F651-2468-4C8C-B64A-D023FC70D0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36622" y="2766218"/>
            <a:ext cx="7800622" cy="1325563"/>
          </a:xfrm>
        </p:spPr>
        <p:txBody>
          <a:bodyPr/>
          <a:lstStyle/>
          <a:p>
            <a:r>
              <a:rPr lang="he-IL" dirty="0"/>
              <a:t>תודה על ההשתתפות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413812207"/>
      </p:ext>
    </p:extLst>
  </p:cSld>
  <p:clrMapOvr>
    <a:masterClrMapping/>
  </p:clrMapOvr>
</p:sld>
</file>

<file path=ppt/theme/theme1.xml><?xml version="1.0" encoding="utf-8"?>
<a:theme xmlns:a="http://schemas.openxmlformats.org/drawingml/2006/main" name="TECHNION_Op3_General_Heb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TECHNION_Op3_General_Heb</Template>
  <TotalTime>5859</TotalTime>
  <Words>75</Words>
  <Application>Microsoft Office PowerPoint</Application>
  <PresentationFormat>מסך רחב</PresentationFormat>
  <Paragraphs>15</Paragraphs>
  <Slides>12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12</vt:i4>
      </vt:variant>
    </vt:vector>
  </HeadingPairs>
  <TitlesOfParts>
    <vt:vector size="16" baseType="lpstr">
      <vt:lpstr>Arial</vt:lpstr>
      <vt:lpstr>Calibri</vt:lpstr>
      <vt:lpstr>Tahoma</vt:lpstr>
      <vt:lpstr>TECHNION_Op3_General_Heb</vt:lpstr>
      <vt:lpstr>יישום KNN באמצעות קוד מלא</vt:lpstr>
      <vt:lpstr>חיבור וחיסור מטריצות</vt:lpstr>
      <vt:lpstr>Broadcasting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תודה על ההשתתפות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מדעי הנתונים</dc:title>
  <dc:creator>Jacob Mike</dc:creator>
  <cp:lastModifiedBy>אריאל בר-יצחק</cp:lastModifiedBy>
  <cp:revision>207</cp:revision>
  <dcterms:created xsi:type="dcterms:W3CDTF">2019-03-02T07:56:19Z</dcterms:created>
  <dcterms:modified xsi:type="dcterms:W3CDTF">2024-06-29T14:18:40Z</dcterms:modified>
</cp:coreProperties>
</file>