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22" r:id="rId1"/>
  </p:sldMasterIdLst>
  <p:notesMasterIdLst>
    <p:notesMasterId r:id="rId10"/>
  </p:notesMasterIdLst>
  <p:sldIdLst>
    <p:sldId id="256" r:id="rId2"/>
    <p:sldId id="296" r:id="rId3"/>
    <p:sldId id="297" r:id="rId4"/>
    <p:sldId id="312" r:id="rId5"/>
    <p:sldId id="311" r:id="rId6"/>
    <p:sldId id="337" r:id="rId7"/>
    <p:sldId id="267" r:id="rId8"/>
    <p:sldId id="31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97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9A0CEE9-31E4-463F-9175-B5F87301F851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D8FED08-349D-45D4-83BF-8F48482435F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83750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8493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FFE5B-C2CA-473D-8FCA-B26579CCB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FF4BA3E-4135-4F80-B1C8-C84CDF7C54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52100" y="739303"/>
            <a:ext cx="6825035" cy="53793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AABB7-A562-4A3F-9DDF-2CE3D1372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977" y="1663435"/>
            <a:ext cx="5869021" cy="2003898"/>
          </a:xfrm>
          <a:solidFill>
            <a:schemeClr val="accent2">
              <a:alpha val="80000"/>
            </a:schemeClr>
          </a:solidFill>
        </p:spPr>
        <p:txBody>
          <a:bodyPr lIns="557784" tIns="530352" anchor="t">
            <a:noAutofit/>
          </a:bodyPr>
          <a:lstStyle>
            <a:lvl1pPr algn="l">
              <a:lnSpc>
                <a:spcPct val="80000"/>
              </a:lnSpc>
              <a:defRPr sz="5400" cap="all" spc="400" baseline="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15807FE-36E0-49EF-93A4-5B9AD83871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159" y="2878246"/>
            <a:ext cx="4925188" cy="339247"/>
          </a:xfrm>
        </p:spPr>
        <p:txBody>
          <a:bodyPr>
            <a:noAutofit/>
          </a:bodyPr>
          <a:lstStyle>
            <a:lvl1pPr marL="0" indent="0" algn="l">
              <a:buNone/>
              <a:defRPr sz="2400" spc="1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91473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9B8705-C027-4E12-892E-C32FF1329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D685DB5-FA77-4C19-88B8-5A8D733B42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5012530" y="0"/>
            <a:ext cx="719613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919B-FFF8-4FED-8A44-48A7E600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28B0-8A34-4E86-9FE3-20BD880C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1CCB-96B6-4D9F-A932-D0EBDBD7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7CB735-9F66-41A8-8F1D-4B66FE1D1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672143"/>
            <a:ext cx="6019802" cy="3513714"/>
          </a:xfrm>
          <a:solidFill>
            <a:schemeClr val="accent6">
              <a:alpha val="80000"/>
            </a:schemeClr>
          </a:solidFill>
        </p:spPr>
        <p:txBody>
          <a:bodyPr lIns="676656" tIns="795528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A51F916-D1A0-40B2-A894-1C597A7AAF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575" y="3007594"/>
            <a:ext cx="4850550" cy="1731145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4621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5BA1F-6B83-4358-A202-FD1547097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10F8-CB40-4BDD-AA21-7DDC300F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969F5-F9D0-4A38-8C6C-86005388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3B3F-10CE-4363-805C-361CA494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EABAB15-C887-420D-92A1-24DBD62EE5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729926"/>
            <a:ext cx="3581400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7E8EA93-3F05-4D28-8B15-91D6789458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4EBCE5D-8795-44C7-8196-051689C6FE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95044F5-86E3-4A1C-B3C8-6E3422E5B4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C9BA1BF-0690-4DB5-9BBC-31D1948D82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D187952-9422-42DE-B163-B764E0D09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4291470-2EE9-46D8-8083-E4523DCE5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7B8E7E2-50C1-429D-A8C5-C098CDADCF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DB38C9-BBE5-4212-87C2-D9B34A4707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A61E342-2B6C-4379-A3B3-8D1B338F65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F39B769-D212-4C11-B6CB-0423DD1059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7FF8E-011E-46E6-9F4D-DAD483095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5516" y="1185284"/>
            <a:ext cx="7288284" cy="46949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9288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81AFB-2572-4954-B05E-84CDE1D88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50850-5ECD-4AA5-8EF0-70C6EA29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B04CF-8972-48CE-B427-B542AF91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64ACC-F262-4128-BC17-FCB29BEF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17CFF16-7992-46DD-8151-F55B030057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BADC1C2-D36B-4AFE-8824-DE6D0FB51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1632658-DE5C-4EA2-83DE-AB456D9D7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6A6D61C-C33C-46D5-B2C5-6C6A7C143A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A4E6A96-585A-4265-900D-17D98121F5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28B8437C-1550-4581-911A-98BEA151A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04DF1AD6-E51A-4D19-A9C8-CCAFE9E9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3656830-2B4C-4F48-8EBD-F8C80C353F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D6999-ED11-424C-91FD-1ECD0CB9D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4299" y="2768600"/>
            <a:ext cx="2956810" cy="1129164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2648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CE26C-A8CF-4DC0-9913-86FF0ED87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D4FC6-591F-4220-A331-724C4FE4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06146-DCCA-4419-9FC3-7F33AEAB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EDAF2-5575-4164-9610-7906C20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0C598512-93DF-4C00-A3BC-4CFF184217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AFC7B8A-881F-4E97-91D4-F41DFA6D8F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7B10018-89A9-49C8-8DCE-621EF9328C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42C0572-2FB8-4C18-AD74-75A1653213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495EE04-F172-4AD4-8FE7-4A03B1CE4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23ABA12-4A7C-42A2-9A8E-9E7F1A2BB2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E11CB21-11BD-400A-BC43-71A9AFA928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2DE0CA8-2A1F-49D8-B9B6-BF353B9808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D3DD0-ED40-47C1-B841-046E1D918B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7" y="1581912"/>
            <a:ext cx="7286605" cy="634323"/>
          </a:xfrm>
        </p:spPr>
        <p:txBody>
          <a:bodyPr>
            <a:norm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3C97099-E767-429A-80C6-731FB9D295F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10614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E2E22B87-E0E3-4234-B4FA-C9FC97DEDCB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69110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EF1B794-5E10-4558-B229-0D8F5895CC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7608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ECB6791-2C34-417D-9AB9-03C9A8BBDF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078575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92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C8E50C-1C7A-4E62-B38F-3E12A174C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F7405C-6DF9-4409-85F0-8C1DCCC0AC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570" y="729926"/>
            <a:ext cx="6456836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83B71-4A78-4B93-97F2-F54D7DC10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704" y="1881922"/>
            <a:ext cx="5749200" cy="3084630"/>
          </a:xfrm>
          <a:solidFill>
            <a:schemeClr val="bg2">
              <a:alpha val="93000"/>
            </a:schemeClr>
          </a:solidFill>
        </p:spPr>
        <p:txBody>
          <a:bodyPr lIns="694944" tIns="713232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3F286D7-A050-456B-BDD3-3FFAA21A80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9405" y="3201410"/>
            <a:ext cx="4614604" cy="1291638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27E28-2C60-4D18-8BB3-DC9627E1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EE45-541D-483E-A0B8-5997A2F9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E100B-E96A-45D4-9553-51CF2CBA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107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n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E757B982-FF4B-4902-B808-FC325983FD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337BF-9564-499D-91CE-9DDD9C969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3350" y="1371599"/>
            <a:ext cx="9385300" cy="985791"/>
          </a:xfrm>
        </p:spPr>
        <p:txBody>
          <a:bodyPr>
            <a:noAutofit/>
          </a:bodyPr>
          <a:lstStyle>
            <a:lvl1pPr algn="ctr">
              <a:defRPr sz="54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2138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84757-E21D-414B-B627-1E0D15F89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27250C7-CB58-468C-B8BB-17DB85D4F2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1738" y="0"/>
            <a:ext cx="7196930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BB3F6-84AB-40BA-9D7D-7C1E13C0E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036629"/>
            <a:ext cx="6007099" cy="4784742"/>
          </a:xfrm>
          <a:solidFill>
            <a:schemeClr val="accent6">
              <a:alpha val="80000"/>
            </a:schemeClr>
          </a:solidFill>
        </p:spPr>
        <p:txBody>
          <a:bodyPr lIns="822960" tIns="640080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7AB969-4D8E-41B0-A403-6D1D41CD5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8F82904-47D8-4EB9-A697-8ED11274C4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4501739-C457-4C98-A458-5B3639CFB8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03766A8-C36E-4337-9DB4-358A28B743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F947925-2465-45AC-9A1E-7153477BBE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FC86B0E-A85D-444A-BC2A-B7A5FF1D48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930A0-A89C-48EB-A039-375BDA73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A2494-B27D-418F-9D5E-8DE4FFB4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DC46-AFFB-4CCA-B5AE-7028C4E2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642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7D588-C832-4149-9B9F-D817459D8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0CE2C-509A-4C33-AB34-6F278F11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06B8C-060C-4139-B354-239A56BB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BE7C0-2680-40FD-88E4-27D6E777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1941F94-25C7-46EC-89FE-B12B54F77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E2747E-A71B-4917-8960-56D4F927D8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3830FC7-44D5-48CD-AA84-4E262F2EB8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1F423C9-E1B4-4BD9-98A5-9397C32447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DF3CDE-1C08-4B0C-8DC3-9FCBBD3E61D4}"/>
              </a:ext>
            </a:extLst>
          </p:cNvPr>
          <p:cNvCxnSpPr>
            <a:cxnSpLocks/>
          </p:cNvCxnSpPr>
          <p:nvPr/>
        </p:nvCxnSpPr>
        <p:spPr>
          <a:xfrm>
            <a:off x="832513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C026C956-C6C4-4010-889F-B8D7620364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4D363AD-B16F-46C4-9856-EA9EAC699E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E9BAEE-70B0-4F15-B6B7-D5AE0227618F}"/>
              </a:ext>
            </a:extLst>
          </p:cNvPr>
          <p:cNvCxnSpPr>
            <a:cxnSpLocks/>
          </p:cNvCxnSpPr>
          <p:nvPr/>
        </p:nvCxnSpPr>
        <p:spPr>
          <a:xfrm>
            <a:off x="4699359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0848BB-EF65-4D43-AC18-9C4F4749CA6D}"/>
              </a:ext>
            </a:extLst>
          </p:cNvPr>
          <p:cNvCxnSpPr>
            <a:cxnSpLocks/>
          </p:cNvCxnSpPr>
          <p:nvPr/>
        </p:nvCxnSpPr>
        <p:spPr>
          <a:xfrm>
            <a:off x="8566207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CA7F01-3F2D-4396-A7D4-3D21C56D7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016" y="1643321"/>
            <a:ext cx="4856634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0425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D8EB4-0AAB-4C86-96ED-AB74FA56A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5DEE423F-FC4A-461D-8AA7-F7C14B8066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34461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30EC-51F8-4EBE-9AC8-349D6E06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EF7FC71-AF21-4CDA-8E86-E05EB4F1C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21B81-6A13-47D5-AD62-B1B0E486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BB476-8DFF-468F-B950-1F980EB4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F893A53-04CF-497B-9C3D-502C92BA0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D5CDD-220E-41E0-82DD-820C0D834A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3384AB-173D-4216-A221-BFA565FC12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638026-D669-4C2A-82A4-5F35D27DCA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19EAA97-D0F2-464B-8450-83BF202CEC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F2174-FDCE-466A-8A4C-06AD6CAA4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016" y="74663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3452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Competition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9216DCA9-E871-422D-B12D-3E1C39ACD2E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 rot="5400000" flipH="1">
            <a:off x="-2092961" y="2092960"/>
            <a:ext cx="6858002" cy="26720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4628-3BB3-414A-88E4-67B3809A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99CEA-3489-476A-9C9D-ED977FE6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D55B0-9BDF-49CC-B30F-96112214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9CF3D99-4BB8-4944-A82E-385209DF3D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83CED13-2FB7-4DA4-87BD-B5AEF0C63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40762F-003B-4B0E-A561-6734EA9AC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87E9583-831E-4863-9A96-3E583A98F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F4071-8FD4-4FF1-BA06-DD4D780FE4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6032" y="164942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6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00408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54AA95-575B-4060-9443-53B347664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BF2BB6-8F62-424E-B01D-F90A0DB7B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2AF5C-69BC-4A87-8E5C-E473F6A7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AD827-24BF-4C7D-9F16-1E26E09A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EEF33-0303-4BF6-8C9A-08DE4CB6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C14BDE6-5903-4EFC-B3C7-B7B219402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19954FA-533A-4FF9-88B2-102C833FBD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29BB699-DB47-4A35-9B5B-63C7EFC228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EFD147E-AEE9-40FA-96D5-7DBE760334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5518AB-0629-41B1-8670-DAE8C31C99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D84B55A2-EE63-46F3-80EA-C4F512388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DED8D5C-7B18-4E79-B6B4-E59FAC3A8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B6D903-1EAA-44AD-A3D8-6256873B7A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14974F-EEEB-4FDB-B605-14B6199844BA}"/>
              </a:ext>
            </a:extLst>
          </p:cNvPr>
          <p:cNvCxnSpPr>
            <a:cxnSpLocks/>
          </p:cNvCxnSpPr>
          <p:nvPr/>
        </p:nvCxnSpPr>
        <p:spPr>
          <a:xfrm>
            <a:off x="3758002" y="3713168"/>
            <a:ext cx="468364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CFFB4C-5408-479D-88E2-42F8897706C7}"/>
              </a:ext>
            </a:extLst>
          </p:cNvPr>
          <p:cNvCxnSpPr>
            <a:cxnSpLocks/>
          </p:cNvCxnSpPr>
          <p:nvPr/>
        </p:nvCxnSpPr>
        <p:spPr>
          <a:xfrm flipV="1">
            <a:off x="6091322" y="2030298"/>
            <a:ext cx="4678" cy="337681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D316786-C25C-4139-9C9E-B55FEA3C4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DC43FD24-D855-40FC-85C4-87ED3F64AA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7A013-A59B-4367-9832-ED55A6D252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508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3809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1F00DA-5D59-4EDE-BA9C-D312B3FBB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3578F-2A0F-4E30-AF4A-8F796929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6CA51-E5DC-4FC3-92F6-D5EC783C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0E530-F1C5-4166-A95F-3F8D022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91453D1-9488-4F30-8223-1CB500BDC2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882AD8A-D4BD-4E12-8458-AC021F93B1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DF3AAFC-DA9A-4A72-BBF9-5A097BC595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FF48EEE-6AEC-4E37-AD5C-EEB74BA0CE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2066EA2-51F1-4F13-8E1B-89600E8790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4EBD1B-595C-4A54-92C8-3C5427E15C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64F77B9-03A9-4E3E-B656-D3C0FBE25A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ECFB3-5650-476F-BB54-8A2A45F8A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37316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91600-3E99-42F4-85C2-60F442CD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30B4BBA3-2E4B-4AF2-8A2B-92DD019631E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66428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460CAC-F6F8-43F8-93F5-188B790DEE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8D310-58F4-4A10-A286-9B42AECF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68E10-EEA7-4017-B7CA-17B5EB23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014CA-8BED-467C-AC80-6DC5B3DD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2C4E099A-EEE4-40B4-B9B5-32A5A981F9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51338F1A-6EF2-4AA5-9EE8-628C9D57C2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F744EAD-73E9-49F3-9CA4-9A344EB62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B4710E-545B-4940-B69A-359188335AD3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19283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980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533791-52F7-40F6-B230-7BF6C505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8A0C5-BEED-4BC5-ACD5-3F28EDE1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EA781-4C22-4390-A03C-CA5DCCB7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694A4-07AC-48C4-A560-162C1F4E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A6B27A0-0449-46AE-A770-EBB281A1A9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E70DE9B-2CDE-44B6-9307-FC12D873C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23B5183-98F9-43BF-BE37-2AE0A049EA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9DAB7F1-F6E7-4F92-B252-D9B81196A3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037F0E4-C57B-4033-B973-C69A03D970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5DAD742-736F-42D3-99FC-6046CF57A7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53EC6732-F61D-431C-88C9-BAA5039B6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8218F9A-C149-4D30-8437-B9D8C0DAF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BCA166BB-F293-4289-B0EB-57580EC960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7397369-CCB5-450E-8FD1-46B3B54F6B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8252082-BCF2-4955-B695-35F48EF76F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F998D11-3FAA-4712-8C34-404C1BDCEC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2AA33C54-3898-452E-979F-F1B5853E7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569AA0A-65D1-4456-9A14-327E6CE6DF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28EB91C-9303-4EB3-886A-E5DA884A80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A47908B-3F69-4786-9C40-C12392133F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78EEBEC-FDBD-4D14-ADCA-4C72B269E9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044989A5-8040-43C0-BE05-6A79C3BE63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2581A3A-F479-4780-81BE-CCBCF3981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3D361DBA-153A-4846-BDA4-CC63FF9474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8FB324E-EE00-4CC5-9F81-5EF71F3050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8AA454F-F92D-4844-92A6-A3FEDD88B3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651BCA7B-5BF4-4A0F-95C1-2014315E80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E3F41F1-0E06-45ED-894F-7F38510C27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C02572F8-1812-49D5-B24A-088659DE9F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453EA1A1-A67D-4132-9EA0-584E8FA796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658BFCC4-C261-4874-8195-FDA3C5001E0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158708C7-ABA0-43E5-BB89-A1B7B2C4523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2AE59213-95B1-4597-AD8C-D55D96D561E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B9A460E-592F-41EA-9F9C-8953AFAC22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065B3A8-F99B-47E6-B517-D93AC0FC450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B2187073-BC0A-4137-A204-D35C44CD7F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5F35AF6-FBA2-4CA2-8A1F-2C977E6C9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14323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C89BE0-E34D-48FA-8ED2-CA69BFBC4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AB20A778-FBFD-4ED2-8E9B-6645F59A4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79732" y="0"/>
            <a:ext cx="501226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B12CF59-4802-4969-8645-8E2014DF0A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9732" y="0"/>
            <a:ext cx="5012267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CB959-A5D6-4887-9B77-916F0EA1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0AFFF-66EA-44D7-828D-244A190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89006-A738-42A2-B328-34F70A77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73E75D8-7274-49D2-8CF2-0E990C29C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91683-9C5C-45D2-A241-FC48B66B50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750" y="1238250"/>
            <a:ext cx="5422392" cy="4590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65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9293AB-35CB-4344-A710-9C0BF396A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B5434-FC37-4DD2-AA81-6499AA6F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C474A-5DF9-4EA3-A273-CA394106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B1742-3B51-4EFC-8A04-CD872DE4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5C06A4-0C2D-4746-83C3-410A9B469E89}"/>
              </a:ext>
            </a:extLst>
          </p:cNvPr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890CF5DC-D21B-4DF3-8248-1F809124AD9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EE26967-C0C7-4310-90FC-F1914D2403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CA187B6-5AE8-4D11-8E79-63677F474D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72BAC04-D935-470E-B6B5-E9CCE70D11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56256DC-B113-4559-8D0B-3F8B4A7CAB2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60A063A-DD07-4E82-9217-A8AD06D7C94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194B9ED-C9B7-4850-B875-B179F9A6AD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DBB00C57-7DE2-436D-8748-527515EE4A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6503F18-AEB2-4183-8F37-6BE4BBD66E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01AC31E-901A-4C34-A8AE-71C303E07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113CB6D-E397-418B-8738-D96E553ADD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63EA5C1A-BB92-4C5E-BB99-A85B0B0FC4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93D6C-0CD6-42A7-A2D2-C8582F7B353C}"/>
              </a:ext>
            </a:extLst>
          </p:cNvPr>
          <p:cNvSpPr/>
          <p:nvPr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0FDBA-5294-4730-92D6-440AA8DE35AE}"/>
              </a:ext>
            </a:extLst>
          </p:cNvPr>
          <p:cNvSpPr/>
          <p:nvPr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E75564-AD04-4406-979E-AC0A8BE2AEFD}"/>
              </a:ext>
            </a:extLst>
          </p:cNvPr>
          <p:cNvSpPr/>
          <p:nvPr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7899F8-DBAB-4DCC-857C-94A3CF0FE542}"/>
              </a:ext>
            </a:extLst>
          </p:cNvPr>
          <p:cNvSpPr/>
          <p:nvPr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1C8F6-B68C-4B34-A1EC-848B6301B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566777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49064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 Full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B7C369-B3B1-47DB-AFB5-4A2FA0A04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DB6E9-4285-4C1C-9752-2D43D607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EDB06-237E-4E77-B217-FD0E19A4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CDA0-CD42-4B14-A524-FF6FF7E2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C5DE79-8AB4-425F-A9CB-B17901806732}"/>
              </a:ext>
            </a:extLst>
          </p:cNvPr>
          <p:cNvSpPr/>
          <p:nvPr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8FDD580-B69C-4AF1-9C0C-1CF94ECEB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A72E08F-5B05-415B-A503-4CED86D11F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2D7BE41-1227-4D94-AC6E-F4D0074917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7E8138A-A795-4EF2-B1FF-1A36693A35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77F66B66-F2E4-439A-A7DF-A9A64B0DF7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13CDFA66-0739-48E3-97B6-F63F13A0A8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B4EE4B66-F80E-45BB-B2FE-CC11E1FBAF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1F734C1-F867-4FB6-A239-D99ED9E4C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2" name="Picture Placeholder 9">
            <a:extLst>
              <a:ext uri="{FF2B5EF4-FFF2-40B4-BE49-F238E27FC236}">
                <a16:creationId xmlns:a16="http://schemas.microsoft.com/office/drawing/2014/main" id="{11E88FD1-69BB-4254-81B8-7B383CE8D2D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E6EBB7F2-ABDB-41F2-8A6B-93196276AB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4D66759F-DBAD-46B4-929C-18F2FB541B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07D90C20-BFF7-4D04-AD95-1861DF7450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EF54F366-5FD7-4707-A0E3-FAFA53156C2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A51158F4-509A-44E4-A601-2CD7AEDE7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DA9AC8DA-4C66-4D66-9075-59DC95E2AC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F3A598D9-D412-4C15-A31C-3A4842B32E1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14A0A9AD-40F7-4203-917C-8BFBF4FCF2C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9E220D-4268-4E0B-B292-D87F92DF6ED3}"/>
              </a:ext>
            </a:extLst>
          </p:cNvPr>
          <p:cNvSpPr/>
          <p:nvPr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Picture Placeholder 9">
            <a:extLst>
              <a:ext uri="{FF2B5EF4-FFF2-40B4-BE49-F238E27FC236}">
                <a16:creationId xmlns:a16="http://schemas.microsoft.com/office/drawing/2014/main" id="{2DB6BDC2-D18B-4AF7-9B33-2FB86D67A6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B9D855A-B11D-44DC-BBE1-7BA68BD18E68}"/>
              </a:ext>
            </a:extLst>
          </p:cNvPr>
          <p:cNvSpPr/>
          <p:nvPr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Picture Placeholder 9">
            <a:extLst>
              <a:ext uri="{FF2B5EF4-FFF2-40B4-BE49-F238E27FC236}">
                <a16:creationId xmlns:a16="http://schemas.microsoft.com/office/drawing/2014/main" id="{D12B69C6-4468-4017-A141-0864B9065E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874C203-B833-4D0D-9674-D25DFA3F9606}"/>
              </a:ext>
            </a:extLst>
          </p:cNvPr>
          <p:cNvSpPr/>
          <p:nvPr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Picture Placeholder 9">
            <a:extLst>
              <a:ext uri="{FF2B5EF4-FFF2-40B4-BE49-F238E27FC236}">
                <a16:creationId xmlns:a16="http://schemas.microsoft.com/office/drawing/2014/main" id="{0B83E94D-7A2E-4F82-9F6F-414BB1EE1F9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4DE692-CD53-4D36-9E21-EDBFA9779183}"/>
              </a:ext>
            </a:extLst>
          </p:cNvPr>
          <p:cNvSpPr/>
          <p:nvPr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Picture Placeholder 9">
            <a:extLst>
              <a:ext uri="{FF2B5EF4-FFF2-40B4-BE49-F238E27FC236}">
                <a16:creationId xmlns:a16="http://schemas.microsoft.com/office/drawing/2014/main" id="{722A2533-C7FE-4FF8-88EA-CC5A72E587E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564730-564F-4992-974D-020B105689EE}"/>
              </a:ext>
            </a:extLst>
          </p:cNvPr>
          <p:cNvSpPr/>
          <p:nvPr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Picture Placeholder 9">
            <a:extLst>
              <a:ext uri="{FF2B5EF4-FFF2-40B4-BE49-F238E27FC236}">
                <a16:creationId xmlns:a16="http://schemas.microsoft.com/office/drawing/2014/main" id="{3FF1C129-85E6-40AA-8026-14C47F0F038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E7D63A3-3C58-4F80-B353-C26650B97F55}"/>
              </a:ext>
            </a:extLst>
          </p:cNvPr>
          <p:cNvSpPr/>
          <p:nvPr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Picture Placeholder 9">
            <a:extLst>
              <a:ext uri="{FF2B5EF4-FFF2-40B4-BE49-F238E27FC236}">
                <a16:creationId xmlns:a16="http://schemas.microsoft.com/office/drawing/2014/main" id="{C78943C0-07AD-428D-A010-64CDDC815654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4D0D2B8-EB2F-407A-A7DF-29BF878D0C97}"/>
              </a:ext>
            </a:extLst>
          </p:cNvPr>
          <p:cNvSpPr/>
          <p:nvPr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Picture Placeholder 9">
            <a:extLst>
              <a:ext uri="{FF2B5EF4-FFF2-40B4-BE49-F238E27FC236}">
                <a16:creationId xmlns:a16="http://schemas.microsoft.com/office/drawing/2014/main" id="{9F5D0399-2186-4D0F-B2B6-FB29536013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161A1AC-702C-4209-BE7C-E51F7434B5B5}"/>
              </a:ext>
            </a:extLst>
          </p:cNvPr>
          <p:cNvSpPr/>
          <p:nvPr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8ADA00ED-298B-444A-A7F5-508EDBA56F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187753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86692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C2989-2CED-47FB-8D23-FF60F2561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29704-4AB7-47AB-8C1F-4C2E4C99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48280-3106-454C-9D69-9BD1267B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26433-6916-408B-BE80-EB35C693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7D1BF6-CA32-48D3-B8AE-5D5C621A7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57E488F-AD89-4213-9093-5646DF323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E31C9DEB-43A3-4514-9EB8-2CE147497B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254EC399-E62D-401A-936C-2B26F8265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F49DC18-7C09-4FFC-98BF-DC17FCE622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D21F281-5009-4E28-B34E-218C36B33A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C2A3FB-F206-4ED3-A8BF-712D66D52D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33D1544-1248-444D-B0AC-C5B22E1D26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F4FDF38-0969-49B5-BE15-AB7D41B68D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49E3E6-EB0F-4108-9196-2A2DDD63E2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A8E4A5D-4A2C-4FCA-9886-11A6692866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D12F1290-6B4C-49B8-BC26-3B433534C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E60E704-AD01-4048-8D70-3F4CA25DA6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CB251EF-EB2B-4D32-A321-FEC37EAB8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584288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2CF4D42-6C74-47FD-8195-943D55ADA8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75658-2C01-4217-AE99-DF0FDFFE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13D93-CECF-4647-8DC2-8F7DD04E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60507-1EAA-4632-9D67-1BD599F4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54639B-AD71-425C-BF07-356C0F14C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53381"/>
            <a:ext cx="5622878" cy="4151236"/>
          </a:xfrm>
          <a:solidFill>
            <a:schemeClr val="accent3">
              <a:alpha val="90000"/>
            </a:schemeClr>
          </a:solidFill>
        </p:spPr>
        <p:txBody>
          <a:bodyPr vert="horz" lIns="649224" tIns="749808" rIns="91440" bIns="45720" rtlCol="0" anchor="t">
            <a:noAutofit/>
          </a:bodyPr>
          <a:lstStyle>
            <a:lvl1pPr>
              <a:defRPr lang="en-US" sz="2800">
                <a:ln w="19050">
                  <a:solidFill>
                    <a:schemeClr val="bg1"/>
                  </a:solidFill>
                </a:ln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4CF3C46-90B8-467D-9D50-086B913570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993" y="2689071"/>
            <a:ext cx="4567209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28986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10B86B2D-56E1-4FB2-8CC9-DBC6C0B6EB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81534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1D70C38F-1ABB-4C86-972A-E388226700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5112" y="2326705"/>
            <a:ext cx="4114592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B0AE4-4C17-4975-A59C-4D9EFE58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C9023-3371-40C0-A618-BF8AA20F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21E28-544B-4D00-A151-341F3D7E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07CF0-318A-401D-9F77-B63C65D296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52360" y="1728566"/>
            <a:ext cx="4127344" cy="724702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45207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76135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שקופית כותרת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638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8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828306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כותרת ותוכן">
  <p:cSld name="2_כותרת ותוכן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9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9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63044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בלבד">
  <p:cSld name="כותרת בלבד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6319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B4CC-1CD5-414E-92CD-721B331F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7427-FA4C-4262-9C2A-A640B569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89D4-4BDC-4CC9-959B-0D2E0BEB8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fld id="{F7354E34-BB1C-4A4C-9433-F2EB83363AF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85D2-5742-46C4-A6B1-B07CC6823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7CF20-6E1A-4F87-A039-3C59B25DA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fld id="{7DC94BA1-DED9-4DB4-A563-667803F2A6B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013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5" r:id="rId22"/>
    <p:sldLayoutId id="2147483746" r:id="rId23"/>
    <p:sldLayoutId id="2147483747" r:id="rId24"/>
    <p:sldLayoutId id="2147483749" r:id="rId25"/>
    <p:sldLayoutId id="2147483750" r:id="rId26"/>
  </p:sldLayoutIdLst>
  <p:txStyles>
    <p:titleStyle>
      <a:lvl1pPr algn="l" defTabSz="914400" rtl="1" eaLnBrk="1" latinLnBrk="0" hangingPunct="1">
        <a:lnSpc>
          <a:spcPct val="80000"/>
        </a:lnSpc>
        <a:spcBef>
          <a:spcPct val="0"/>
        </a:spcBef>
        <a:buNone/>
        <a:defRPr sz="4400" kern="1200" cap="all" spc="400" baseline="0">
          <a:ln w="19050">
            <a:solidFill>
              <a:schemeClr val="accent2"/>
            </a:solidFill>
          </a:ln>
          <a:noFill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4" Type="http://schemas.openxmlformats.org/officeDocument/2006/relationships/hyperlink" Target="https://academy.vertabelo.com/blog/agile-data-science-improve-workflow-with-scrum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6782A30-785D-5CF2-9EB5-754A59AF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rPr>
              <a:t>מבוא למדעי הנתונים </a:t>
            </a:r>
            <a:endParaRPr lang="en-IL" cap="none" dirty="0">
              <a:solidFill>
                <a:srgbClr val="00214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>
            <a:spLocks noGrp="1"/>
          </p:cNvSpPr>
          <p:nvPr>
            <p:ph type="body" idx="1"/>
          </p:nvPr>
        </p:nvSpPr>
        <p:spPr>
          <a:xfrm>
            <a:off x="351693" y="1702147"/>
            <a:ext cx="11430077" cy="3907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w-IL"/>
              <a:t>Data science is a new science, focused on generating value from data </a:t>
            </a:r>
            <a:r>
              <a:rPr lang="iw-IL" sz="1200"/>
              <a:t>(Skiena, 2017)</a:t>
            </a:r>
            <a:endParaRPr/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מדעי הנתונים</a:t>
            </a:r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sldNum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iw-IL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0" name="Google Shape;90;p3" descr="Image result for proces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81525" y="3155603"/>
            <a:ext cx="302895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3" descr="Image result for insigh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46576" y="2517868"/>
            <a:ext cx="1897062" cy="1263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3" descr="Image result for money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06183" y="3954274"/>
            <a:ext cx="2482766" cy="1513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3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23803" y="3612803"/>
            <a:ext cx="1428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3" descr="Image result for dat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4800" y="3309061"/>
            <a:ext cx="2655276" cy="184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7826" y="2781990"/>
            <a:ext cx="1428750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" descr="Image result for arrow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17826" y="4291887"/>
            <a:ext cx="1428750" cy="10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מדעי הנתונים הוא מדע בין תחומי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357DC60-7DE0-B82D-A6E8-DC0E4184B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499" y="1297224"/>
            <a:ext cx="4429664" cy="4263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75A2CD7-D7B1-FB89-8AAD-1D2F2CC6BC6D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כלב או חתול?</a:t>
            </a:r>
          </a:p>
        </p:txBody>
      </p:sp>
      <p:pic>
        <p:nvPicPr>
          <p:cNvPr id="5" name="תמונה 4" descr="תמונה שמכילה כלב, דשא, יושב, יונק&#10;&#10;התיאור נוצר באופן אוטומטי">
            <a:extLst>
              <a:ext uri="{FF2B5EF4-FFF2-40B4-BE49-F238E27FC236}">
                <a16:creationId xmlns:a16="http://schemas.microsoft.com/office/drawing/2014/main" id="{684B7976-DB42-31F8-A67A-FCF698E3A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973" y="1924870"/>
            <a:ext cx="4602053" cy="346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91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BB2431F-08F1-4A9F-5758-4F0225AF74E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80961" y="144406"/>
            <a:ext cx="11430078" cy="1376363"/>
          </a:xfrm>
        </p:spPr>
        <p:txBody>
          <a:bodyPr/>
          <a:lstStyle/>
          <a:p>
            <a:r>
              <a:rPr lang="he-IL"/>
              <a:t>מדעי הנתונים – פרדיגמה חדשה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DBDBDD7D-06BA-320D-1F4B-A2F400FE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06" y="1520769"/>
            <a:ext cx="6000421" cy="4069851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009D83B9-9069-1B10-E7EC-7757EDDF719A}"/>
              </a:ext>
            </a:extLst>
          </p:cNvPr>
          <p:cNvSpPr txBox="1"/>
          <p:nvPr/>
        </p:nvSpPr>
        <p:spPr>
          <a:xfrm>
            <a:off x="6181725" y="6000750"/>
            <a:ext cx="5514975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/>
              <a:t>https://sravya-tech-usage.medium.com/traditional-programming-vs-machine-learning-e9bbed5e491c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3789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iw-IL"/>
              <a:t>תהליך העבודה במדעי הנתונים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51DD7EE9-7BE6-7167-D765-98B5A40F1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44" y="1484814"/>
            <a:ext cx="4990562" cy="4102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>
            <a:spLocks noGrp="1"/>
          </p:cNvSpPr>
          <p:nvPr>
            <p:ph type="title"/>
          </p:nvPr>
        </p:nvSpPr>
        <p:spPr>
          <a:xfrm>
            <a:off x="1258614" y="35522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תהליך אג'ילי למדעי הנתונים</a:t>
            </a:r>
            <a:endParaRPr/>
          </a:p>
        </p:txBody>
      </p:sp>
      <p:pic>
        <p:nvPicPr>
          <p:cNvPr id="176" name="Google Shape;176;p4" descr="Image result for data science workflow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1365403"/>
            <a:ext cx="5691141" cy="537406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"/>
          <p:cNvSpPr/>
          <p:nvPr/>
        </p:nvSpPr>
        <p:spPr>
          <a:xfrm>
            <a:off x="6378125" y="5856445"/>
            <a:ext cx="44479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w-IL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https://academy.vertabelo.com/blog/agile-data-science-improve-workflow-with-scrum/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6782A30-785D-5CF2-9EB5-754A59AF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תודה על ההקשבה </a:t>
            </a:r>
            <a:r>
              <a:rPr lang="he-IL">
                <a:sym typeface="Wingdings" panose="05000000000000000000" pitchFamily="2" charset="2"/>
              </a:rPr>
              <a:t>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35979223"/>
      </p:ext>
    </p:extLst>
  </p:cSld>
  <p:clrMapOvr>
    <a:masterClrMapping/>
  </p:clrMapOvr>
</p:sld>
</file>

<file path=ppt/theme/theme1.xml><?xml version="1.0" encoding="utf-8"?>
<a:theme xmlns:a="http://schemas.openxmlformats.org/drawingml/2006/main" name="Tech pitch deck">
  <a:themeElements>
    <a:clrScheme name="Custom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Custom 31">
      <a:majorFont>
        <a:latin typeface="Posterama Bold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itch Deck_TM33781529_Win32_JC_v3" id="{862F7C05-3205-4562-AA5F-868BCB6856F9}" vid="{97BBE2DD-0E32-4C1B-8BB2-0414672F3164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</TotalTime>
  <Words>72</Words>
  <Application>Microsoft Office PowerPoint</Application>
  <PresentationFormat>מסך רחב</PresentationFormat>
  <Paragraphs>12</Paragraphs>
  <Slides>8</Slides>
  <Notes>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7" baseType="lpstr">
      <vt:lpstr>Arial</vt:lpstr>
      <vt:lpstr>Bierstadt</vt:lpstr>
      <vt:lpstr>Calibri</vt:lpstr>
      <vt:lpstr>Courier New</vt:lpstr>
      <vt:lpstr>Posterama</vt:lpstr>
      <vt:lpstr>Posterama Bold</vt:lpstr>
      <vt:lpstr>Tahoma</vt:lpstr>
      <vt:lpstr>Wingdings</vt:lpstr>
      <vt:lpstr>Tech pitch deck</vt:lpstr>
      <vt:lpstr>מבוא למדעי הנתונים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תהליך אג'ילי למדעי הנתונים</vt:lpstr>
      <vt:lpstr>תודה על ההקשבה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Projects by: Ariel Bar-itzhack</dc:title>
  <dc:creator>אריאל בר-יצחק</dc:creator>
  <cp:lastModifiedBy>אריאל בר-יצחק</cp:lastModifiedBy>
  <cp:revision>57</cp:revision>
  <dcterms:created xsi:type="dcterms:W3CDTF">2022-11-16T18:03:32Z</dcterms:created>
  <dcterms:modified xsi:type="dcterms:W3CDTF">2025-06-08T13:57:31Z</dcterms:modified>
</cp:coreProperties>
</file>