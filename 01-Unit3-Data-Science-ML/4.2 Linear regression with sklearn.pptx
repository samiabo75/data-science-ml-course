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601" r:id="rId3"/>
    <p:sldId id="374" r:id="rId4"/>
    <p:sldId id="607" r:id="rId5"/>
    <p:sldId id="378" r:id="rId6"/>
    <p:sldId id="587" r:id="rId7"/>
    <p:sldId id="605" r:id="rId8"/>
    <p:sldId id="603" r:id="rId9"/>
    <p:sldId id="604" r:id="rId10"/>
    <p:sldId id="391" r:id="rId11"/>
    <p:sldId id="263" r:id="rId12"/>
    <p:sldId id="606" r:id="rId13"/>
    <p:sldId id="28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354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749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kB9VesGqAGh2wAeHDwhfEghnu01RfXVn?usp=sharin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scikit-learn.org/stable/modules/generated/sklearn.metrics.r2_score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DoVEVoKnMy9zodAPPeE1SmAh5RU5YT9a?usp=shar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rsFtHvrarn51rd55gojDSpOqWd74iEEe?usp=sha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למידה עמוקה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1"/>
          </p:nvPr>
        </p:nvSpPr>
        <p:spPr>
          <a:xfrm>
            <a:off x="3039533" y="4042305"/>
            <a:ext cx="831426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dirty="0"/>
              <a:t>רגרסיה לינארית עם ספריית</a:t>
            </a:r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/>
              <a:t>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E121-874C-4428-87D9-8639D64C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תוכן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EBFDF-46F3-4E15-BAF4-596181276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רגרסיה לינארית עם ספריית </a:t>
            </a:r>
            <a:r>
              <a:rPr lang="en-US" dirty="0"/>
              <a:t>scikit-learn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596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BB2F-EBF0-4C67-9FC0-C1D1C50C2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he-IL" dirty="0"/>
              <a:t>דוגמא – חיזוי רוחב עלה של אירוס לפי אורכו</a:t>
            </a:r>
            <a:endParaRPr lang="en-IL" dirty="0"/>
          </a:p>
        </p:txBody>
      </p:sp>
      <p:pic>
        <p:nvPicPr>
          <p:cNvPr id="1030" name="Picture 6" descr="Iris setosa - Alchetron, The Free Social Encyclopedia">
            <a:extLst>
              <a:ext uri="{FF2B5EF4-FFF2-40B4-BE49-F238E27FC236}">
                <a16:creationId xmlns:a16="http://schemas.microsoft.com/office/drawing/2014/main" id="{CF6E91D1-147A-41A7-86D2-8CAB9728B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" y="1431121"/>
            <a:ext cx="5238750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77AD7D-A8D8-45B8-98FB-990F300921A8}"/>
              </a:ext>
            </a:extLst>
          </p:cNvPr>
          <p:cNvCxnSpPr>
            <a:cxnSpLocks/>
          </p:cNvCxnSpPr>
          <p:nvPr/>
        </p:nvCxnSpPr>
        <p:spPr>
          <a:xfrm flipV="1">
            <a:off x="3311058" y="3593296"/>
            <a:ext cx="529305" cy="388147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C81F46-8AB8-4D86-9455-DF784003795A}"/>
              </a:ext>
            </a:extLst>
          </p:cNvPr>
          <p:cNvCxnSpPr>
            <a:cxnSpLocks/>
          </p:cNvCxnSpPr>
          <p:nvPr/>
        </p:nvCxnSpPr>
        <p:spPr>
          <a:xfrm flipH="1" flipV="1">
            <a:off x="3688021" y="3013352"/>
            <a:ext cx="304683" cy="405885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843268-46C8-4699-BEEB-1E64648A7CFD}"/>
              </a:ext>
            </a:extLst>
          </p:cNvPr>
          <p:cNvSpPr txBox="1"/>
          <p:nvPr/>
        </p:nvSpPr>
        <p:spPr>
          <a:xfrm>
            <a:off x="3688021" y="3685282"/>
            <a:ext cx="1324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Petal length</a:t>
            </a:r>
            <a:endParaRPr lang="en-IL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F8EA72-EF83-4562-B8DA-FF028C58CE64}"/>
              </a:ext>
            </a:extLst>
          </p:cNvPr>
          <p:cNvSpPr txBox="1"/>
          <p:nvPr/>
        </p:nvSpPr>
        <p:spPr>
          <a:xfrm>
            <a:off x="3823415" y="2921325"/>
            <a:ext cx="1273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Petal width</a:t>
            </a:r>
            <a:endParaRPr lang="en-IL" b="1" dirty="0">
              <a:solidFill>
                <a:srgbClr val="FF0000"/>
              </a:solidFill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D8B9B23-04B2-4551-8D1D-31514852A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984" y="1757687"/>
            <a:ext cx="5791157" cy="393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84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92C655-6DED-702C-FA78-E39F1451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/>
              <a:t>Imports</a:t>
            </a:r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CE0DECE-EA63-696A-F3A8-A8135D08A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43" y="2801956"/>
            <a:ext cx="9110443" cy="243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7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F441-03EF-4ACB-B17C-6EB54A101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רגרסיה לינארית עם </a:t>
            </a:r>
            <a:r>
              <a:rPr lang="en-US" dirty="0" err="1"/>
              <a:t>sklearn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05F35-409C-4B01-833F-A9E2E41CEF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982"/>
          <a:stretch/>
        </p:blipFill>
        <p:spPr>
          <a:xfrm>
            <a:off x="396765" y="1306453"/>
            <a:ext cx="5982535" cy="6572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1396E6-6C51-4912-BF1A-8EB14E162DD2}"/>
              </a:ext>
            </a:extLst>
          </p:cNvPr>
          <p:cNvSpPr txBox="1"/>
          <p:nvPr/>
        </p:nvSpPr>
        <p:spPr>
          <a:xfrm>
            <a:off x="9086850" y="5147598"/>
            <a:ext cx="1242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hlinkClick r:id="rId3"/>
              </a:rPr>
              <a:t>קישור למחברת</a:t>
            </a:r>
            <a:endParaRPr lang="en-I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0888F0-E1A2-2024-628C-56293D6F8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64" y="1963707"/>
            <a:ext cx="5982535" cy="8011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E770E3-3380-B596-8038-8374E4F96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64" y="2914936"/>
            <a:ext cx="4518135" cy="251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6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3FF1-994C-40A7-8151-1A6A5C70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חיזוי עם מאפיין אחד</a:t>
            </a:r>
            <a:endParaRPr lang="en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C233F32-824A-C919-2DDB-178D1359C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472" y="2255520"/>
            <a:ext cx="44481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0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3FF1-994C-40A7-8151-1A6A5C70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חיזוי עם מאפיינים מרובים</a:t>
            </a:r>
            <a:endParaRPr lang="en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F07F40A0-E309-248B-3362-2B7BE3935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052" y="1838325"/>
            <a:ext cx="482917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9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3644-0726-2763-D68F-4579630E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הערכת </a:t>
            </a:r>
            <a:r>
              <a:rPr lang="he-IL"/>
              <a:t>ביצועים </a:t>
            </a:r>
            <a:r>
              <a:rPr lang="en-US"/>
              <a:t>   r</a:t>
            </a:r>
            <a:r>
              <a:rPr lang="en-US" baseline="30000"/>
              <a:t>2</a:t>
            </a:r>
            <a:endParaRPr lang="en-IL" baseline="30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55992-4136-ADF6-85FD-060DA746A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29" y="1680787"/>
            <a:ext cx="2833063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8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3A3615-C6E7-BA1C-3B8D-C82E57A06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הערכת ביצועים עם </a:t>
            </a:r>
            <a:r>
              <a:rPr lang="en-US"/>
              <a:t>r2_score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B846C84-5FA7-A586-293A-3225EAB3E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>
                <a:hlinkClick r:id="rId2"/>
              </a:rPr>
              <a:t>https://scikit-learn.org/stable/modules/generated/sklearn.metrics.r2_score.html</a:t>
            </a:r>
            <a:endParaRPr lang="en-US"/>
          </a:p>
          <a:p>
            <a:pPr algn="l" rtl="0"/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E334B2B-EDA5-554B-23AD-112F9A84F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60" y="4018568"/>
            <a:ext cx="3562350" cy="857250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EEB53A4-08F5-A060-2E6A-1E2498904AA8}"/>
              </a:ext>
            </a:extLst>
          </p:cNvPr>
          <p:cNvSpPr txBox="1"/>
          <p:nvPr/>
        </p:nvSpPr>
        <p:spPr>
          <a:xfrm>
            <a:off x="1098660" y="3548679"/>
            <a:ext cx="6097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sklearn.metrics </a:t>
            </a:r>
            <a:r>
              <a:rPr lang="en-US" b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r2_score</a:t>
            </a:r>
          </a:p>
        </p:txBody>
      </p:sp>
    </p:spTree>
    <p:extLst>
      <p:ext uri="{BB962C8B-B14F-4D97-AF65-F5344CB8AC3E}">
        <p14:creationId xmlns:p14="http://schemas.microsoft.com/office/powerpoint/2010/main" val="3324480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3FF1-994C-40A7-8151-1A6A5C70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ויזואליזציה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2B3A1C-0320-E714-5190-24C9D37AA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31" y="1085544"/>
            <a:ext cx="6182588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77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8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תרגיל</a:t>
            </a:r>
            <a:r>
              <a:rPr lang="en-US"/>
              <a:t>  - 1</a:t>
            </a:r>
            <a:r>
              <a:rPr lang="he-IL"/>
              <a:t> </a:t>
            </a:r>
            <a:r>
              <a:rPr lang="en-US"/>
              <a:t>regression with sklearn</a:t>
            </a:r>
            <a:endParaRPr/>
          </a:p>
        </p:txBody>
      </p:sp>
      <p:sp>
        <p:nvSpPr>
          <p:cNvPr id="85" name="Google Shape;85;p48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hlinkClick r:id="rId3"/>
              </a:rPr>
              <a:t>Linear regression ex1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8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תרגיל </a:t>
            </a:r>
            <a:r>
              <a:rPr lang="en-US"/>
              <a:t>2</a:t>
            </a:r>
            <a:endParaRPr/>
          </a:p>
        </p:txBody>
      </p:sp>
      <p:sp>
        <p:nvSpPr>
          <p:cNvPr id="85" name="Google Shape;85;p48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w-IL"/>
              <a:t>טען את המחברת </a:t>
            </a:r>
            <a:r>
              <a:rPr lang="iw-IL">
                <a:hlinkClick r:id="rId3"/>
              </a:rPr>
              <a:t>KC house data</a:t>
            </a:r>
            <a:endParaRPr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w-IL"/>
              <a:t>חשבו רגרסיה לינארית חד ממדית של מחיר הדירה ביחס לשיטחה</a:t>
            </a:r>
            <a:endParaRPr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w-IL"/>
              <a:t>חשבו רגרסיה לינארית חד ממדית של מחיר הדירה ביחס למספר החדרים</a:t>
            </a:r>
            <a:endParaRPr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iw-IL"/>
              <a:t>חשבו רגרסיה לינארית דו ממדית של מחיר הדירה ביחס לשטח ומספר החדרים</a:t>
            </a:r>
            <a:endParaRPr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iw-IL"/>
              <a:t>חשבו רגרסיה לינארית </a:t>
            </a:r>
            <a:r>
              <a:rPr lang="he-IL"/>
              <a:t>רב</a:t>
            </a:r>
            <a:r>
              <a:rPr lang="iw-IL"/>
              <a:t> ממדית של מחיר הדירה ביחס לכל המשתנים פרט ל</a:t>
            </a:r>
            <a:r>
              <a:rPr lang="he-IL"/>
              <a:t>: </a:t>
            </a:r>
            <a:r>
              <a:rPr lang="iw-IL"/>
              <a:t> </a:t>
            </a:r>
            <a:r>
              <a:rPr lang="iw-IL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iw-IL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'id'</a:t>
            </a:r>
            <a:r>
              <a:rPr lang="iw-IL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iw-IL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'date'</a:t>
            </a:r>
            <a:r>
              <a:rPr lang="iw-IL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iw-IL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'zipcode'</a:t>
            </a:r>
            <a:r>
              <a:rPr lang="iw-IL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0256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שאלות?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153</Words>
  <Application>Microsoft Office PowerPoint</Application>
  <PresentationFormat>מסך רחב</PresentationFormat>
  <Paragraphs>27</Paragraphs>
  <Slides>13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Tahoma</vt:lpstr>
      <vt:lpstr>TECHNION_Op3_General_Heb</vt:lpstr>
      <vt:lpstr>למידה עמוקה</vt:lpstr>
      <vt:lpstr>תוכן</vt:lpstr>
      <vt:lpstr>דוגמא – חיזוי רוחב עלה של אירוס לפי אורכו</vt:lpstr>
      <vt:lpstr>Imports</vt:lpstr>
      <vt:lpstr>רגרסיה לינארית עם sklearn</vt:lpstr>
      <vt:lpstr>חיזוי עם מאפיין אחד</vt:lpstr>
      <vt:lpstr>חיזוי עם מאפיינים מרובים</vt:lpstr>
      <vt:lpstr>הערכת ביצועים    r2</vt:lpstr>
      <vt:lpstr>הערכת ביצועים עם r2_score</vt:lpstr>
      <vt:lpstr>ויזואליזציה</vt:lpstr>
      <vt:lpstr>תרגיל  - 1 regression with sklearn</vt:lpstr>
      <vt:lpstr>תרגיל 2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בר-יצחק</cp:lastModifiedBy>
  <cp:revision>35</cp:revision>
  <dcterms:created xsi:type="dcterms:W3CDTF">2019-03-02T07:56:19Z</dcterms:created>
  <dcterms:modified xsi:type="dcterms:W3CDTF">2025-12-13T12:47:35Z</dcterms:modified>
</cp:coreProperties>
</file>