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315" r:id="rId2"/>
    <p:sldId id="321" r:id="rId3"/>
    <p:sldId id="325" r:id="rId4"/>
    <p:sldId id="322" r:id="rId5"/>
    <p:sldId id="323" r:id="rId6"/>
    <p:sldId id="265" r:id="rId7"/>
    <p:sldId id="324" r:id="rId8"/>
    <p:sldId id="264" r:id="rId9"/>
  </p:sldIdLst>
  <p:sldSz cx="12192000" cy="6858000"/>
  <p:notesSz cx="6858000" cy="9144000"/>
  <p:embeddedFontLst>
    <p:embeddedFont>
      <p:font typeface="Posterama" panose="020B0504020200020000" pitchFamily="3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jn9DURemGLhgG5IoWTfZlP6r1A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A3FDDB-1674-4D54-8B45-806AB963BA30}" v="34" dt="2024-06-22T18:48:13.5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94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6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57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56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דליה בר-יצחק" userId="41102cef4cf36730" providerId="LiveId" clId="{AEA3FDDB-1674-4D54-8B45-806AB963BA30}"/>
    <pc:docChg chg="undo redo custSel addSld delSld modSld sldOrd">
      <pc:chgData name="דליה בר-יצחק" userId="41102cef4cf36730" providerId="LiveId" clId="{AEA3FDDB-1674-4D54-8B45-806AB963BA30}" dt="2024-06-22T18:59:15.985" v="809" actId="47"/>
      <pc:docMkLst>
        <pc:docMk/>
      </pc:docMkLst>
      <pc:sldChg chg="del">
        <pc:chgData name="דליה בר-יצחק" userId="41102cef4cf36730" providerId="LiveId" clId="{AEA3FDDB-1674-4D54-8B45-806AB963BA30}" dt="2024-06-22T18:59:15.985" v="809" actId="47"/>
        <pc:sldMkLst>
          <pc:docMk/>
          <pc:sldMk cId="0" sldId="260"/>
        </pc:sldMkLst>
      </pc:sldChg>
      <pc:sldChg chg="addSp delSp modSp mod modClrScheme chgLayout">
        <pc:chgData name="דליה בר-יצחק" userId="41102cef4cf36730" providerId="LiveId" clId="{AEA3FDDB-1674-4D54-8B45-806AB963BA30}" dt="2024-06-22T14:26:39.703" v="468" actId="208"/>
        <pc:sldMkLst>
          <pc:docMk/>
          <pc:sldMk cId="0" sldId="261"/>
        </pc:sldMkLst>
        <pc:spChg chg="add mod ord">
          <ac:chgData name="דליה בר-יצחק" userId="41102cef4cf36730" providerId="LiveId" clId="{AEA3FDDB-1674-4D54-8B45-806AB963BA30}" dt="2024-06-22T14:26:39.703" v="468" actId="208"/>
          <ac:spMkLst>
            <pc:docMk/>
            <pc:sldMk cId="0" sldId="261"/>
            <ac:spMk id="2" creationId="{D24B67BC-D10E-EF03-DBCA-9C68F3F62180}"/>
          </ac:spMkLst>
        </pc:spChg>
        <pc:spChg chg="add del mod ord">
          <ac:chgData name="דליה בר-יצחק" userId="41102cef4cf36730" providerId="LiveId" clId="{AEA3FDDB-1674-4D54-8B45-806AB963BA30}" dt="2024-06-22T11:01:58.237" v="244" actId="931"/>
          <ac:spMkLst>
            <pc:docMk/>
            <pc:sldMk cId="0" sldId="261"/>
            <ac:spMk id="3" creationId="{587A6D62-36E2-C26D-2AF1-9B39FFB49506}"/>
          </ac:spMkLst>
        </pc:spChg>
        <pc:spChg chg="add del mod">
          <ac:chgData name="דליה בר-יצחק" userId="41102cef4cf36730" providerId="LiveId" clId="{AEA3FDDB-1674-4D54-8B45-806AB963BA30}" dt="2024-06-22T10:53:34.017" v="240" actId="478"/>
          <ac:spMkLst>
            <pc:docMk/>
            <pc:sldMk cId="0" sldId="261"/>
            <ac:spMk id="5" creationId="{FAE3D5E8-2388-42BE-15DE-B083D7C3F1D3}"/>
          </ac:spMkLst>
        </pc:spChg>
        <pc:spChg chg="del mod ord">
          <ac:chgData name="דליה בר-יצחק" userId="41102cef4cf36730" providerId="LiveId" clId="{AEA3FDDB-1674-4D54-8B45-806AB963BA30}" dt="2024-06-22T10:53:26.355" v="239" actId="478"/>
          <ac:spMkLst>
            <pc:docMk/>
            <pc:sldMk cId="0" sldId="261"/>
            <ac:spMk id="400" creationId="{00000000-0000-0000-0000-000000000000}"/>
          </ac:spMkLst>
        </pc:spChg>
        <pc:picChg chg="add mod">
          <ac:chgData name="דליה בר-יצחק" userId="41102cef4cf36730" providerId="LiveId" clId="{AEA3FDDB-1674-4D54-8B45-806AB963BA30}" dt="2024-06-22T11:02:06.191" v="245" actId="27614"/>
          <ac:picMkLst>
            <pc:docMk/>
            <pc:sldMk cId="0" sldId="261"/>
            <ac:picMk id="7" creationId="{7048B0DD-352F-755E-5EC6-98E50753C12E}"/>
          </ac:picMkLst>
        </pc:picChg>
        <pc:picChg chg="del mod">
          <ac:chgData name="דליה בר-יצחק" userId="41102cef4cf36730" providerId="LiveId" clId="{AEA3FDDB-1674-4D54-8B45-806AB963BA30}" dt="2024-06-22T11:01:46.104" v="243" actId="478"/>
          <ac:picMkLst>
            <pc:docMk/>
            <pc:sldMk cId="0" sldId="261"/>
            <ac:picMk id="401" creationId="{00000000-0000-0000-0000-000000000000}"/>
          </ac:picMkLst>
        </pc:picChg>
      </pc:sldChg>
      <pc:sldChg chg="addSp delSp modSp mod modClrScheme chgLayout">
        <pc:chgData name="דליה בר-יצחק" userId="41102cef4cf36730" providerId="LiveId" clId="{AEA3FDDB-1674-4D54-8B45-806AB963BA30}" dt="2024-06-22T14:27:43.586" v="470" actId="208"/>
        <pc:sldMkLst>
          <pc:docMk/>
          <pc:sldMk cId="0" sldId="262"/>
        </pc:sldMkLst>
        <pc:spChg chg="add mod ord">
          <ac:chgData name="דליה בר-יצחק" userId="41102cef4cf36730" providerId="LiveId" clId="{AEA3FDDB-1674-4D54-8B45-806AB963BA30}" dt="2024-06-22T14:27:43.586" v="470" actId="208"/>
          <ac:spMkLst>
            <pc:docMk/>
            <pc:sldMk cId="0" sldId="262"/>
            <ac:spMk id="2" creationId="{16E5E57A-48F6-8116-A7A3-A1EFE69701E7}"/>
          </ac:spMkLst>
        </pc:spChg>
        <pc:spChg chg="add mod ord">
          <ac:chgData name="דליה בר-יצחק" userId="41102cef4cf36730" providerId="LiveId" clId="{AEA3FDDB-1674-4D54-8B45-806AB963BA30}" dt="2024-06-22T11:04:52.254" v="257" actId="700"/>
          <ac:spMkLst>
            <pc:docMk/>
            <pc:sldMk cId="0" sldId="262"/>
            <ac:spMk id="3" creationId="{80C25352-FF17-9C67-3D6B-C4ED8DB8B740}"/>
          </ac:spMkLst>
        </pc:spChg>
        <pc:spChg chg="add del mod">
          <ac:chgData name="דליה בר-יצחק" userId="41102cef4cf36730" providerId="LiveId" clId="{AEA3FDDB-1674-4D54-8B45-806AB963BA30}" dt="2024-06-22T11:06:37.198" v="273" actId="478"/>
          <ac:spMkLst>
            <pc:docMk/>
            <pc:sldMk cId="0" sldId="262"/>
            <ac:spMk id="5" creationId="{9277A989-A618-2897-2AB9-E2D76BDAC7B9}"/>
          </ac:spMkLst>
        </pc:spChg>
        <pc:spChg chg="del mod ord">
          <ac:chgData name="דליה בר-יצחק" userId="41102cef4cf36730" providerId="LiveId" clId="{AEA3FDDB-1674-4D54-8B45-806AB963BA30}" dt="2024-06-22T11:06:28.849" v="272" actId="478"/>
          <ac:spMkLst>
            <pc:docMk/>
            <pc:sldMk cId="0" sldId="262"/>
            <ac:spMk id="406" creationId="{00000000-0000-0000-0000-000000000000}"/>
          </ac:spMkLst>
        </pc:spChg>
        <pc:spChg chg="mod">
          <ac:chgData name="דליה בר-יצחק" userId="41102cef4cf36730" providerId="LiveId" clId="{AEA3FDDB-1674-4D54-8B45-806AB963BA30}" dt="2024-06-22T11:09:34.460" v="294" actId="2085"/>
          <ac:spMkLst>
            <pc:docMk/>
            <pc:sldMk cId="0" sldId="262"/>
            <ac:spMk id="408" creationId="{00000000-0000-0000-0000-000000000000}"/>
          </ac:spMkLst>
        </pc:spChg>
        <pc:picChg chg="mod">
          <ac:chgData name="דליה בר-יצחק" userId="41102cef4cf36730" providerId="LiveId" clId="{AEA3FDDB-1674-4D54-8B45-806AB963BA30}" dt="2024-06-22T11:08:30.680" v="283" actId="14100"/>
          <ac:picMkLst>
            <pc:docMk/>
            <pc:sldMk cId="0" sldId="262"/>
            <ac:picMk id="407" creationId="{00000000-0000-0000-0000-000000000000}"/>
          </ac:picMkLst>
        </pc:picChg>
      </pc:sldChg>
      <pc:sldChg chg="del">
        <pc:chgData name="דליה בר-יצחק" userId="41102cef4cf36730" providerId="LiveId" clId="{AEA3FDDB-1674-4D54-8B45-806AB963BA30}" dt="2024-06-22T15:00:01.061" v="565" actId="2696"/>
        <pc:sldMkLst>
          <pc:docMk/>
          <pc:sldMk cId="559020988" sldId="263"/>
        </pc:sldMkLst>
      </pc:sldChg>
      <pc:sldChg chg="del">
        <pc:chgData name="דליה בר-יצחק" userId="41102cef4cf36730" providerId="LiveId" clId="{AEA3FDDB-1674-4D54-8B45-806AB963BA30}" dt="2024-06-22T10:42:16.130" v="196" actId="47"/>
        <pc:sldMkLst>
          <pc:docMk/>
          <pc:sldMk cId="4228461864" sldId="266"/>
        </pc:sldMkLst>
      </pc:sldChg>
      <pc:sldChg chg="del">
        <pc:chgData name="דליה בר-יצחק" userId="41102cef4cf36730" providerId="LiveId" clId="{AEA3FDDB-1674-4D54-8B45-806AB963BA30}" dt="2024-06-22T10:37:59.330" v="177" actId="47"/>
        <pc:sldMkLst>
          <pc:docMk/>
          <pc:sldMk cId="180659562" sldId="267"/>
        </pc:sldMkLst>
      </pc:sldChg>
      <pc:sldChg chg="addSp delSp modSp del mod ord">
        <pc:chgData name="דליה בר-יצחק" userId="41102cef4cf36730" providerId="LiveId" clId="{AEA3FDDB-1674-4D54-8B45-806AB963BA30}" dt="2024-06-22T10:21:34.810" v="120" actId="47"/>
        <pc:sldMkLst>
          <pc:docMk/>
          <pc:sldMk cId="3464938682" sldId="290"/>
        </pc:sldMkLst>
        <pc:spChg chg="mod">
          <ac:chgData name="דליה בר-יצחק" userId="41102cef4cf36730" providerId="LiveId" clId="{AEA3FDDB-1674-4D54-8B45-806AB963BA30}" dt="2024-06-22T10:20:27.703" v="107" actId="404"/>
          <ac:spMkLst>
            <pc:docMk/>
            <pc:sldMk cId="3464938682" sldId="290"/>
            <ac:spMk id="2" creationId="{B1C50CDE-4BFD-4272-82AD-A0C2DF09B3D9}"/>
          </ac:spMkLst>
        </pc:spChg>
        <pc:spChg chg="add mod">
          <ac:chgData name="דליה בר-יצחק" userId="41102cef4cf36730" providerId="LiveId" clId="{AEA3FDDB-1674-4D54-8B45-806AB963BA30}" dt="2024-06-22T10:21:11.733" v="119" actId="14100"/>
          <ac:spMkLst>
            <pc:docMk/>
            <pc:sldMk cId="3464938682" sldId="290"/>
            <ac:spMk id="3" creationId="{6B728D9C-AE19-C098-C787-431C17F085EA}"/>
          </ac:spMkLst>
        </pc:spChg>
        <pc:picChg chg="del">
          <ac:chgData name="דליה בר-יצחק" userId="41102cef4cf36730" providerId="LiveId" clId="{AEA3FDDB-1674-4D54-8B45-806AB963BA30}" dt="2024-06-22T10:20:50.421" v="109" actId="478"/>
          <ac:picMkLst>
            <pc:docMk/>
            <pc:sldMk cId="3464938682" sldId="290"/>
            <ac:picMk id="5" creationId="{AA0B3319-2635-4616-8F5E-31BEB54B9C79}"/>
          </ac:picMkLst>
        </pc:picChg>
      </pc:sldChg>
      <pc:sldChg chg="addSp modSp mod modClrScheme chgLayout">
        <pc:chgData name="דליה בר-יצחק" userId="41102cef4cf36730" providerId="LiveId" clId="{AEA3FDDB-1674-4D54-8B45-806AB963BA30}" dt="2024-06-22T11:23:38.446" v="395" actId="6549"/>
        <pc:sldMkLst>
          <pc:docMk/>
          <pc:sldMk cId="0" sldId="298"/>
        </pc:sldMkLst>
        <pc:spChg chg="add mod ord">
          <ac:chgData name="דליה בר-יצחק" userId="41102cef4cf36730" providerId="LiveId" clId="{AEA3FDDB-1674-4D54-8B45-806AB963BA30}" dt="2024-06-22T11:17:15.273" v="337"/>
          <ac:spMkLst>
            <pc:docMk/>
            <pc:sldMk cId="0" sldId="298"/>
            <ac:spMk id="2" creationId="{31CE78F4-F32D-66A9-F884-23E2E463B1C9}"/>
          </ac:spMkLst>
        </pc:spChg>
        <pc:spChg chg="mod ord">
          <ac:chgData name="דליה בר-יצחק" userId="41102cef4cf36730" providerId="LiveId" clId="{AEA3FDDB-1674-4D54-8B45-806AB963BA30}" dt="2024-06-22T11:17:38.806" v="339" actId="14100"/>
          <ac:spMkLst>
            <pc:docMk/>
            <pc:sldMk cId="0" sldId="298"/>
            <ac:spMk id="59" creationId="{00000000-0000-0000-0000-000000000000}"/>
          </ac:spMkLst>
        </pc:spChg>
        <pc:spChg chg="mod ord">
          <ac:chgData name="דליה בר-יצחק" userId="41102cef4cf36730" providerId="LiveId" clId="{AEA3FDDB-1674-4D54-8B45-806AB963BA30}" dt="2024-06-22T11:23:38.446" v="395" actId="6549"/>
          <ac:spMkLst>
            <pc:docMk/>
            <pc:sldMk cId="0" sldId="298"/>
            <ac:spMk id="60" creationId="{00000000-0000-0000-0000-000000000000}"/>
          </ac:spMkLst>
        </pc:spChg>
        <pc:picChg chg="mod">
          <ac:chgData name="דליה בר-יצחק" userId="41102cef4cf36730" providerId="LiveId" clId="{AEA3FDDB-1674-4D54-8B45-806AB963BA30}" dt="2024-06-22T11:14:31.838" v="327" actId="1076"/>
          <ac:picMkLst>
            <pc:docMk/>
            <pc:sldMk cId="0" sldId="298"/>
            <ac:picMk id="61" creationId="{00000000-0000-0000-0000-000000000000}"/>
          </ac:picMkLst>
        </pc:picChg>
        <pc:picChg chg="mod">
          <ac:chgData name="דליה בר-יצחק" userId="41102cef4cf36730" providerId="LiveId" clId="{AEA3FDDB-1674-4D54-8B45-806AB963BA30}" dt="2024-06-22T11:16:29.576" v="333" actId="14100"/>
          <ac:picMkLst>
            <pc:docMk/>
            <pc:sldMk cId="0" sldId="298"/>
            <ac:picMk id="62" creationId="{00000000-0000-0000-0000-000000000000}"/>
          </ac:picMkLst>
        </pc:picChg>
      </pc:sldChg>
      <pc:sldChg chg="del">
        <pc:chgData name="דליה בר-יצחק" userId="41102cef4cf36730" providerId="LiveId" clId="{AEA3FDDB-1674-4D54-8B45-806AB963BA30}" dt="2024-06-22T11:27:52.045" v="432" actId="47"/>
        <pc:sldMkLst>
          <pc:docMk/>
          <pc:sldMk cId="0" sldId="299"/>
        </pc:sldMkLst>
      </pc:sldChg>
      <pc:sldChg chg="addSp modSp mod modClrScheme chgLayout">
        <pc:chgData name="דליה בר-יצחק" userId="41102cef4cf36730" providerId="LiveId" clId="{AEA3FDDB-1674-4D54-8B45-806AB963BA30}" dt="2024-06-22T11:29:10.917" v="455" actId="207"/>
        <pc:sldMkLst>
          <pc:docMk/>
          <pc:sldMk cId="0" sldId="300"/>
        </pc:sldMkLst>
        <pc:spChg chg="add mod ord">
          <ac:chgData name="דליה בר-יצחק" userId="41102cef4cf36730" providerId="LiveId" clId="{AEA3FDDB-1674-4D54-8B45-806AB963BA30}" dt="2024-06-22T11:28:16.664" v="434" actId="700"/>
          <ac:spMkLst>
            <pc:docMk/>
            <pc:sldMk cId="0" sldId="300"/>
            <ac:spMk id="2" creationId="{C7D0685C-A876-52AC-E662-3EA6D22F022A}"/>
          </ac:spMkLst>
        </pc:spChg>
        <pc:spChg chg="mod ord">
          <ac:chgData name="דליה בר-יצחק" userId="41102cef4cf36730" providerId="LiveId" clId="{AEA3FDDB-1674-4D54-8B45-806AB963BA30}" dt="2024-06-22T11:28:33.054" v="437" actId="14100"/>
          <ac:spMkLst>
            <pc:docMk/>
            <pc:sldMk cId="0" sldId="300"/>
            <ac:spMk id="86" creationId="{00000000-0000-0000-0000-000000000000}"/>
          </ac:spMkLst>
        </pc:spChg>
        <pc:spChg chg="mod ord">
          <ac:chgData name="דליה בר-יצחק" userId="41102cef4cf36730" providerId="LiveId" clId="{AEA3FDDB-1674-4D54-8B45-806AB963BA30}" dt="2024-06-22T11:29:10.917" v="455" actId="207"/>
          <ac:spMkLst>
            <pc:docMk/>
            <pc:sldMk cId="0" sldId="300"/>
            <ac:spMk id="87" creationId="{00000000-0000-0000-0000-000000000000}"/>
          </ac:spMkLst>
        </pc:spChg>
        <pc:picChg chg="mod">
          <ac:chgData name="דליה בר-יצחק" userId="41102cef4cf36730" providerId="LiveId" clId="{AEA3FDDB-1674-4D54-8B45-806AB963BA30}" dt="2024-06-22T11:28:25.213" v="436" actId="1076"/>
          <ac:picMkLst>
            <pc:docMk/>
            <pc:sldMk cId="0" sldId="300"/>
            <ac:picMk id="88" creationId="{00000000-0000-0000-0000-000000000000}"/>
          </ac:picMkLst>
        </pc:picChg>
      </pc:sldChg>
      <pc:sldChg chg="addSp delSp modSp mod modClrScheme delAnim modAnim chgLayout">
        <pc:chgData name="דליה בר-יצחק" userId="41102cef4cf36730" providerId="LiveId" clId="{AEA3FDDB-1674-4D54-8B45-806AB963BA30}" dt="2024-06-22T14:49:09.267" v="519" actId="1076"/>
        <pc:sldMkLst>
          <pc:docMk/>
          <pc:sldMk cId="2827427782" sldId="301"/>
        </pc:sldMkLst>
        <pc:spChg chg="mod ord">
          <ac:chgData name="דליה בר-יצחק" userId="41102cef4cf36730" providerId="LiveId" clId="{AEA3FDDB-1674-4D54-8B45-806AB963BA30}" dt="2024-06-22T14:32:40.240" v="503" actId="27636"/>
          <ac:spMkLst>
            <pc:docMk/>
            <pc:sldMk cId="2827427782" sldId="301"/>
            <ac:spMk id="2" creationId="{902D7388-AA84-4BED-90D6-E219163DA0DA}"/>
          </ac:spMkLst>
        </pc:spChg>
        <pc:spChg chg="add del mod ord">
          <ac:chgData name="דליה בר-יצחק" userId="41102cef4cf36730" providerId="LiveId" clId="{AEA3FDDB-1674-4D54-8B45-806AB963BA30}" dt="2024-06-22T14:32:35.550" v="501" actId="478"/>
          <ac:spMkLst>
            <pc:docMk/>
            <pc:sldMk cId="2827427782" sldId="301"/>
            <ac:spMk id="3" creationId="{688BD05B-3AF1-C406-2F54-7A1E40022F18}"/>
          </ac:spMkLst>
        </pc:spChg>
        <pc:spChg chg="add mod">
          <ac:chgData name="דליה בר-יצחק" userId="41102cef4cf36730" providerId="LiveId" clId="{AEA3FDDB-1674-4D54-8B45-806AB963BA30}" dt="2024-06-22T14:32:04.736" v="497" actId="478"/>
          <ac:spMkLst>
            <pc:docMk/>
            <pc:sldMk cId="2827427782" sldId="301"/>
            <ac:spMk id="7" creationId="{24AE7EFA-3651-EE9B-5AAB-AFA66600D229}"/>
          </ac:spMkLst>
        </pc:spChg>
        <pc:picChg chg="del mod ord">
          <ac:chgData name="דליה בר-יצחק" userId="41102cef4cf36730" providerId="LiveId" clId="{AEA3FDDB-1674-4D54-8B45-806AB963BA30}" dt="2024-06-22T14:32:04.736" v="497" actId="478"/>
          <ac:picMkLst>
            <pc:docMk/>
            <pc:sldMk cId="2827427782" sldId="301"/>
            <ac:picMk id="4" creationId="{87A08C42-6324-4662-B1D6-18E743169D73}"/>
          </ac:picMkLst>
        </pc:picChg>
        <pc:picChg chg="del mod">
          <ac:chgData name="דליה בר-יצחק" userId="41102cef4cf36730" providerId="LiveId" clId="{AEA3FDDB-1674-4D54-8B45-806AB963BA30}" dt="2024-06-22T14:32:15.389" v="499" actId="478"/>
          <ac:picMkLst>
            <pc:docMk/>
            <pc:sldMk cId="2827427782" sldId="301"/>
            <ac:picMk id="5" creationId="{1E85DAB5-5085-4E63-96C9-77CD1FB78DB9}"/>
          </ac:picMkLst>
        </pc:picChg>
        <pc:picChg chg="add mod">
          <ac:chgData name="דליה בר-יצחק" userId="41102cef4cf36730" providerId="LiveId" clId="{AEA3FDDB-1674-4D54-8B45-806AB963BA30}" dt="2024-06-22T14:49:09.267" v="519" actId="1076"/>
          <ac:picMkLst>
            <pc:docMk/>
            <pc:sldMk cId="2827427782" sldId="301"/>
            <ac:picMk id="8" creationId="{1CCDCBE4-EE5C-7F96-346E-6D677710A06F}"/>
          </ac:picMkLst>
        </pc:picChg>
      </pc:sldChg>
      <pc:sldChg chg="addSp delSp modSp mod modClrScheme chgLayout">
        <pc:chgData name="דליה בר-יצחק" userId="41102cef4cf36730" providerId="LiveId" clId="{AEA3FDDB-1674-4D54-8B45-806AB963BA30}" dt="2024-06-22T14:48:57.964" v="518" actId="1076"/>
        <pc:sldMkLst>
          <pc:docMk/>
          <pc:sldMk cId="0" sldId="302"/>
        </pc:sldMkLst>
        <pc:spChg chg="add mod ord">
          <ac:chgData name="דליה בר-יצחק" userId="41102cef4cf36730" providerId="LiveId" clId="{AEA3FDDB-1674-4D54-8B45-806AB963BA30}" dt="2024-06-22T14:48:03.896" v="509" actId="700"/>
          <ac:spMkLst>
            <pc:docMk/>
            <pc:sldMk cId="0" sldId="302"/>
            <ac:spMk id="2" creationId="{CBB520D5-CFE5-DC18-8473-E6E504CDEF04}"/>
          </ac:spMkLst>
        </pc:spChg>
        <pc:spChg chg="add del mod ord">
          <ac:chgData name="דליה בר-יצחק" userId="41102cef4cf36730" providerId="LiveId" clId="{AEA3FDDB-1674-4D54-8B45-806AB963BA30}" dt="2024-06-22T14:48:24.843" v="515" actId="478"/>
          <ac:spMkLst>
            <pc:docMk/>
            <pc:sldMk cId="0" sldId="302"/>
            <ac:spMk id="3" creationId="{3E0D359C-7D50-E34B-0AED-F75668A2C78F}"/>
          </ac:spMkLst>
        </pc:spChg>
        <pc:spChg chg="mod ord">
          <ac:chgData name="דליה בר-יצחק" userId="41102cef4cf36730" providerId="LiveId" clId="{AEA3FDDB-1674-4D54-8B45-806AB963BA30}" dt="2024-06-22T14:48:37.160" v="517" actId="404"/>
          <ac:spMkLst>
            <pc:docMk/>
            <pc:sldMk cId="0" sldId="302"/>
            <ac:spMk id="62" creationId="{00000000-0000-0000-0000-000000000000}"/>
          </ac:spMkLst>
        </pc:spChg>
        <pc:picChg chg="mod">
          <ac:chgData name="דליה בר-יצחק" userId="41102cef4cf36730" providerId="LiveId" clId="{AEA3FDDB-1674-4D54-8B45-806AB963BA30}" dt="2024-06-22T14:48:57.964" v="518" actId="1076"/>
          <ac:picMkLst>
            <pc:docMk/>
            <pc:sldMk cId="0" sldId="302"/>
            <ac:picMk id="63" creationId="{00000000-0000-0000-0000-000000000000}"/>
          </ac:picMkLst>
        </pc:picChg>
      </pc:sldChg>
      <pc:sldChg chg="addSp delSp modSp mod modClrScheme chgLayout">
        <pc:chgData name="דליה בר-יצחק" userId="41102cef4cf36730" providerId="LiveId" clId="{AEA3FDDB-1674-4D54-8B45-806AB963BA30}" dt="2024-06-22T14:51:17.147" v="527" actId="478"/>
        <pc:sldMkLst>
          <pc:docMk/>
          <pc:sldMk cId="0" sldId="304"/>
        </pc:sldMkLst>
        <pc:spChg chg="add del mod ord">
          <ac:chgData name="דליה בר-יצחק" userId="41102cef4cf36730" providerId="LiveId" clId="{AEA3FDDB-1674-4D54-8B45-806AB963BA30}" dt="2024-06-22T14:51:00.346" v="525" actId="478"/>
          <ac:spMkLst>
            <pc:docMk/>
            <pc:sldMk cId="0" sldId="304"/>
            <ac:spMk id="2" creationId="{4C60803D-C217-0C6A-8A68-1C6A2D7093B0}"/>
          </ac:spMkLst>
        </pc:spChg>
        <pc:spChg chg="add del mod ord">
          <ac:chgData name="דליה בר-יצחק" userId="41102cef4cf36730" providerId="LiveId" clId="{AEA3FDDB-1674-4D54-8B45-806AB963BA30}" dt="2024-06-22T14:51:17.147" v="527" actId="478"/>
          <ac:spMkLst>
            <pc:docMk/>
            <pc:sldMk cId="0" sldId="304"/>
            <ac:spMk id="3" creationId="{5638D5B4-E20C-6A3E-E9D3-BEC85D66CBEF}"/>
          </ac:spMkLst>
        </pc:spChg>
        <pc:spChg chg="add del mod ord">
          <ac:chgData name="דליה בר-יצחק" userId="41102cef4cf36730" providerId="LiveId" clId="{AEA3FDDB-1674-4D54-8B45-806AB963BA30}" dt="2024-06-22T14:51:08.258" v="526" actId="478"/>
          <ac:spMkLst>
            <pc:docMk/>
            <pc:sldMk cId="0" sldId="304"/>
            <ac:spMk id="4" creationId="{E22A06B5-2929-1B53-DD2B-341341C5E959}"/>
          </ac:spMkLst>
        </pc:spChg>
        <pc:picChg chg="mod">
          <ac:chgData name="דליה בר-יצחק" userId="41102cef4cf36730" providerId="LiveId" clId="{AEA3FDDB-1674-4D54-8B45-806AB963BA30}" dt="2024-06-22T14:50:39.835" v="523" actId="1076"/>
          <ac:picMkLst>
            <pc:docMk/>
            <pc:sldMk cId="0" sldId="304"/>
            <ac:picMk id="165" creationId="{00000000-0000-0000-0000-000000000000}"/>
          </ac:picMkLst>
        </pc:picChg>
      </pc:sldChg>
      <pc:sldChg chg="del">
        <pc:chgData name="דליה בר-יצחק" userId="41102cef4cf36730" providerId="LiveId" clId="{AEA3FDDB-1674-4D54-8B45-806AB963BA30}" dt="2024-06-22T14:52:50.693" v="537" actId="47"/>
        <pc:sldMkLst>
          <pc:docMk/>
          <pc:sldMk cId="882894576" sldId="305"/>
        </pc:sldMkLst>
      </pc:sldChg>
      <pc:sldChg chg="del">
        <pc:chgData name="דליה בר-יצחק" userId="41102cef4cf36730" providerId="LiveId" clId="{AEA3FDDB-1674-4D54-8B45-806AB963BA30}" dt="2024-06-22T15:03:09.499" v="585" actId="47"/>
        <pc:sldMkLst>
          <pc:docMk/>
          <pc:sldMk cId="0" sldId="306"/>
        </pc:sldMkLst>
      </pc:sldChg>
      <pc:sldChg chg="del">
        <pc:chgData name="דליה בר-יצחק" userId="41102cef4cf36730" providerId="LiveId" clId="{AEA3FDDB-1674-4D54-8B45-806AB963BA30}" dt="2024-06-22T15:07:21.697" v="616" actId="47"/>
        <pc:sldMkLst>
          <pc:docMk/>
          <pc:sldMk cId="0" sldId="307"/>
        </pc:sldMkLst>
      </pc:sldChg>
      <pc:sldChg chg="addSp modSp mod modClrScheme chgLayout">
        <pc:chgData name="דליה בר-יצחק" userId="41102cef4cf36730" providerId="LiveId" clId="{AEA3FDDB-1674-4D54-8B45-806AB963BA30}" dt="2024-06-22T18:53:39.507" v="760" actId="1076"/>
        <pc:sldMkLst>
          <pc:docMk/>
          <pc:sldMk cId="0" sldId="308"/>
        </pc:sldMkLst>
        <pc:spChg chg="add mod ord">
          <ac:chgData name="דליה בר-יצחק" userId="41102cef4cf36730" providerId="LiveId" clId="{AEA3FDDB-1674-4D54-8B45-806AB963BA30}" dt="2024-06-22T18:49:55.417" v="720" actId="700"/>
          <ac:spMkLst>
            <pc:docMk/>
            <pc:sldMk cId="0" sldId="308"/>
            <ac:spMk id="2" creationId="{0632A588-C66F-6E66-0160-0CBFF44884A2}"/>
          </ac:spMkLst>
        </pc:spChg>
        <pc:spChg chg="mod ord">
          <ac:chgData name="דליה בר-יצחק" userId="41102cef4cf36730" providerId="LiveId" clId="{AEA3FDDB-1674-4D54-8B45-806AB963BA30}" dt="2024-06-22T18:50:26.098" v="726" actId="27636"/>
          <ac:spMkLst>
            <pc:docMk/>
            <pc:sldMk cId="0" sldId="308"/>
            <ac:spMk id="100" creationId="{00000000-0000-0000-0000-000000000000}"/>
          </ac:spMkLst>
        </pc:spChg>
        <pc:spChg chg="mod ord">
          <ac:chgData name="דליה בר-יצחק" userId="41102cef4cf36730" providerId="LiveId" clId="{AEA3FDDB-1674-4D54-8B45-806AB963BA30}" dt="2024-06-22T18:51:48.861" v="748" actId="14100"/>
          <ac:spMkLst>
            <pc:docMk/>
            <pc:sldMk cId="0" sldId="308"/>
            <ac:spMk id="101" creationId="{00000000-0000-0000-0000-000000000000}"/>
          </ac:spMkLst>
        </pc:spChg>
        <pc:picChg chg="mod">
          <ac:chgData name="דליה בר-יצחק" userId="41102cef4cf36730" providerId="LiveId" clId="{AEA3FDDB-1674-4D54-8B45-806AB963BA30}" dt="2024-06-22T18:52:37.724" v="752" actId="1076"/>
          <ac:picMkLst>
            <pc:docMk/>
            <pc:sldMk cId="0" sldId="308"/>
            <ac:picMk id="102" creationId="{00000000-0000-0000-0000-000000000000}"/>
          </ac:picMkLst>
        </pc:picChg>
        <pc:picChg chg="mod">
          <ac:chgData name="דליה בר-יצחק" userId="41102cef4cf36730" providerId="LiveId" clId="{AEA3FDDB-1674-4D54-8B45-806AB963BA30}" dt="2024-06-22T18:53:16.123" v="757" actId="1076"/>
          <ac:picMkLst>
            <pc:docMk/>
            <pc:sldMk cId="0" sldId="308"/>
            <ac:picMk id="103" creationId="{00000000-0000-0000-0000-000000000000}"/>
          </ac:picMkLst>
        </pc:picChg>
        <pc:picChg chg="mod">
          <ac:chgData name="דליה בר-יצחק" userId="41102cef4cf36730" providerId="LiveId" clId="{AEA3FDDB-1674-4D54-8B45-806AB963BA30}" dt="2024-06-22T18:53:39.507" v="760" actId="1076"/>
          <ac:picMkLst>
            <pc:docMk/>
            <pc:sldMk cId="0" sldId="308"/>
            <ac:picMk id="104" creationId="{00000000-0000-0000-0000-000000000000}"/>
          </ac:picMkLst>
        </pc:picChg>
      </pc:sldChg>
      <pc:sldChg chg="addSp delSp modSp mod modClrScheme chgLayout">
        <pc:chgData name="דליה בר-יצחק" userId="41102cef4cf36730" providerId="LiveId" clId="{AEA3FDDB-1674-4D54-8B45-806AB963BA30}" dt="2024-06-22T18:47:54.974" v="710" actId="207"/>
        <pc:sldMkLst>
          <pc:docMk/>
          <pc:sldMk cId="0" sldId="309"/>
        </pc:sldMkLst>
        <pc:spChg chg="add mod ord">
          <ac:chgData name="דליה בר-יצחק" userId="41102cef4cf36730" providerId="LiveId" clId="{AEA3FDDB-1674-4D54-8B45-806AB963BA30}" dt="2024-06-22T18:39:49.410" v="644" actId="700"/>
          <ac:spMkLst>
            <pc:docMk/>
            <pc:sldMk cId="0" sldId="309"/>
            <ac:spMk id="2" creationId="{6418E369-E4E3-CC77-B234-7497D036BBB7}"/>
          </ac:spMkLst>
        </pc:spChg>
        <pc:spChg chg="add mod">
          <ac:chgData name="דליה בר-יצחק" userId="41102cef4cf36730" providerId="LiveId" clId="{AEA3FDDB-1674-4D54-8B45-806AB963BA30}" dt="2024-06-22T18:45:27.654" v="675" actId="13822"/>
          <ac:spMkLst>
            <pc:docMk/>
            <pc:sldMk cId="0" sldId="309"/>
            <ac:spMk id="4" creationId="{58004A76-620E-7C1D-B7A8-33415CD6BE2F}"/>
          </ac:spMkLst>
        </pc:spChg>
        <pc:spChg chg="mod ord">
          <ac:chgData name="דליה בר-יצחק" userId="41102cef4cf36730" providerId="LiveId" clId="{AEA3FDDB-1674-4D54-8B45-806AB963BA30}" dt="2024-06-22T18:41:18.630" v="657" actId="1076"/>
          <ac:spMkLst>
            <pc:docMk/>
            <pc:sldMk cId="0" sldId="309"/>
            <ac:spMk id="143" creationId="{00000000-0000-0000-0000-000000000000}"/>
          </ac:spMkLst>
        </pc:spChg>
        <pc:spChg chg="mod ord">
          <ac:chgData name="דליה בר-יצחק" userId="41102cef4cf36730" providerId="LiveId" clId="{AEA3FDDB-1674-4D54-8B45-806AB963BA30}" dt="2024-06-22T18:47:54.974" v="710" actId="207"/>
          <ac:spMkLst>
            <pc:docMk/>
            <pc:sldMk cId="0" sldId="309"/>
            <ac:spMk id="144" creationId="{00000000-0000-0000-0000-000000000000}"/>
          </ac:spMkLst>
        </pc:spChg>
        <pc:picChg chg="mod">
          <ac:chgData name="דליה בר-יצחק" userId="41102cef4cf36730" providerId="LiveId" clId="{AEA3FDDB-1674-4D54-8B45-806AB963BA30}" dt="2024-06-22T18:40:02.397" v="645" actId="1076"/>
          <ac:picMkLst>
            <pc:docMk/>
            <pc:sldMk cId="0" sldId="309"/>
            <ac:picMk id="145" creationId="{00000000-0000-0000-0000-000000000000}"/>
          </ac:picMkLst>
        </pc:picChg>
        <pc:picChg chg="del mod">
          <ac:chgData name="דליה בר-יצחק" userId="41102cef4cf36730" providerId="LiveId" clId="{AEA3FDDB-1674-4D54-8B45-806AB963BA30}" dt="2024-06-22T18:45:31.372" v="676" actId="478"/>
          <ac:picMkLst>
            <pc:docMk/>
            <pc:sldMk cId="0" sldId="309"/>
            <ac:picMk id="146" creationId="{00000000-0000-0000-0000-000000000000}"/>
          </ac:picMkLst>
        </pc:picChg>
        <pc:picChg chg="mod">
          <ac:chgData name="דליה בר-יצחק" userId="41102cef4cf36730" providerId="LiveId" clId="{AEA3FDDB-1674-4D54-8B45-806AB963BA30}" dt="2024-06-22T18:40:09.869" v="646" actId="1076"/>
          <ac:picMkLst>
            <pc:docMk/>
            <pc:sldMk cId="0" sldId="309"/>
            <ac:picMk id="147" creationId="{00000000-0000-0000-0000-000000000000}"/>
          </ac:picMkLst>
        </pc:picChg>
      </pc:sldChg>
      <pc:sldChg chg="del">
        <pc:chgData name="דליה בר-יצחק" userId="41102cef4cf36730" providerId="LiveId" clId="{AEA3FDDB-1674-4D54-8B45-806AB963BA30}" dt="2024-06-22T18:49:03.299" v="718" actId="47"/>
        <pc:sldMkLst>
          <pc:docMk/>
          <pc:sldMk cId="0" sldId="311"/>
        </pc:sldMkLst>
      </pc:sldChg>
      <pc:sldChg chg="modSp mod">
        <pc:chgData name="דליה בר-יצחק" userId="41102cef4cf36730" providerId="LiveId" clId="{AEA3FDDB-1674-4D54-8B45-806AB963BA30}" dt="2024-06-22T11:12:18.527" v="300" actId="1076"/>
        <pc:sldMkLst>
          <pc:docMk/>
          <pc:sldMk cId="1646052215" sldId="312"/>
        </pc:sldMkLst>
        <pc:spChg chg="mod">
          <ac:chgData name="דליה בר-יצחק" userId="41102cef4cf36730" providerId="LiveId" clId="{AEA3FDDB-1674-4D54-8B45-806AB963BA30}" dt="2024-06-22T11:12:18.527" v="300" actId="1076"/>
          <ac:spMkLst>
            <pc:docMk/>
            <pc:sldMk cId="1646052215" sldId="312"/>
            <ac:spMk id="3" creationId="{3905CD4B-0193-8E31-5805-0A33DD3C2E2E}"/>
          </ac:spMkLst>
        </pc:spChg>
      </pc:sldChg>
      <pc:sldChg chg="del">
        <pc:chgData name="דליה בר-יצחק" userId="41102cef4cf36730" providerId="LiveId" clId="{AEA3FDDB-1674-4D54-8B45-806AB963BA30}" dt="2024-06-22T18:56:35.303" v="781" actId="47"/>
        <pc:sldMkLst>
          <pc:docMk/>
          <pc:sldMk cId="3031591482" sldId="313"/>
        </pc:sldMkLst>
      </pc:sldChg>
      <pc:sldChg chg="addSp delSp modSp mod modClrScheme chgLayout">
        <pc:chgData name="דליה בר-יצחק" userId="41102cef4cf36730" providerId="LiveId" clId="{AEA3FDDB-1674-4D54-8B45-806AB963BA30}" dt="2024-06-22T18:42:55.883" v="664" actId="242"/>
        <pc:sldMkLst>
          <pc:docMk/>
          <pc:sldMk cId="0" sldId="314"/>
        </pc:sldMkLst>
        <pc:spChg chg="add mod ord">
          <ac:chgData name="דליה בר-יצחק" userId="41102cef4cf36730" providerId="LiveId" clId="{AEA3FDDB-1674-4D54-8B45-806AB963BA30}" dt="2024-06-22T18:42:55.883" v="664" actId="242"/>
          <ac:spMkLst>
            <pc:docMk/>
            <pc:sldMk cId="0" sldId="314"/>
            <ac:spMk id="2" creationId="{58D37C4E-EFCF-D19C-4136-68F7E8A2BEED}"/>
          </ac:spMkLst>
        </pc:spChg>
        <pc:spChg chg="add mod ord">
          <ac:chgData name="דליה בר-יצחק" userId="41102cef4cf36730" providerId="LiveId" clId="{AEA3FDDB-1674-4D54-8B45-806AB963BA30}" dt="2024-06-22T15:07:51.318" v="618" actId="700"/>
          <ac:spMkLst>
            <pc:docMk/>
            <pc:sldMk cId="0" sldId="314"/>
            <ac:spMk id="3" creationId="{C3B23C55-4226-E537-DCFC-56943D50E303}"/>
          </ac:spMkLst>
        </pc:spChg>
        <pc:spChg chg="add del mod">
          <ac:chgData name="דליה בר-יצחק" userId="41102cef4cf36730" providerId="LiveId" clId="{AEA3FDDB-1674-4D54-8B45-806AB963BA30}" dt="2024-06-22T18:41:47.798" v="660" actId="478"/>
          <ac:spMkLst>
            <pc:docMk/>
            <pc:sldMk cId="0" sldId="314"/>
            <ac:spMk id="5" creationId="{93B34C4D-AF53-9E9A-4114-4C410ECA0107}"/>
          </ac:spMkLst>
        </pc:spChg>
        <pc:spChg chg="del mod ord">
          <ac:chgData name="דליה בר-יצחק" userId="41102cef4cf36730" providerId="LiveId" clId="{AEA3FDDB-1674-4D54-8B45-806AB963BA30}" dt="2024-06-22T18:41:30.199" v="659" actId="478"/>
          <ac:spMkLst>
            <pc:docMk/>
            <pc:sldMk cId="0" sldId="314"/>
            <ac:spMk id="64" creationId="{00000000-0000-0000-0000-000000000000}"/>
          </ac:spMkLst>
        </pc:spChg>
        <pc:picChg chg="mod">
          <ac:chgData name="דליה בר-יצחק" userId="41102cef4cf36730" providerId="LiveId" clId="{AEA3FDDB-1674-4D54-8B45-806AB963BA30}" dt="2024-06-22T18:39:19.733" v="641" actId="1076"/>
          <ac:picMkLst>
            <pc:docMk/>
            <pc:sldMk cId="0" sldId="314"/>
            <ac:picMk id="65" creationId="{00000000-0000-0000-0000-000000000000}"/>
          </ac:picMkLst>
        </pc:picChg>
      </pc:sldChg>
      <pc:sldChg chg="modSp mod">
        <pc:chgData name="דליה בר-יצחק" userId="41102cef4cf36730" providerId="LiveId" clId="{AEA3FDDB-1674-4D54-8B45-806AB963BA30}" dt="2024-06-22T14:23:10.558" v="458" actId="1582"/>
        <pc:sldMkLst>
          <pc:docMk/>
          <pc:sldMk cId="4288837521" sldId="315"/>
        </pc:sldMkLst>
        <pc:spChg chg="mod">
          <ac:chgData name="דליה בר-יצחק" userId="41102cef4cf36730" providerId="LiveId" clId="{AEA3FDDB-1674-4D54-8B45-806AB963BA30}" dt="2024-06-22T14:23:10.558" v="458" actId="1582"/>
          <ac:spMkLst>
            <pc:docMk/>
            <pc:sldMk cId="4288837521" sldId="315"/>
            <ac:spMk id="3" creationId="{C3A72DFD-CB56-8F1D-BDB1-B73D5073A966}"/>
          </ac:spMkLst>
        </pc:spChg>
        <pc:spChg chg="mod">
          <ac:chgData name="דליה בר-יצחק" userId="41102cef4cf36730" providerId="LiveId" clId="{AEA3FDDB-1674-4D54-8B45-806AB963BA30}" dt="2024-06-22T10:00:17.850" v="10" actId="403"/>
          <ac:spMkLst>
            <pc:docMk/>
            <pc:sldMk cId="4288837521" sldId="315"/>
            <ac:spMk id="4" creationId="{91054F1D-8690-4E8B-45E6-23D9425DE072}"/>
          </ac:spMkLst>
        </pc:spChg>
      </pc:sldChg>
      <pc:sldChg chg="del">
        <pc:chgData name="דליה בר-יצחק" userId="41102cef4cf36730" providerId="LiveId" clId="{AEA3FDDB-1674-4D54-8B45-806AB963BA30}" dt="2024-06-22T10:52:16.305" v="221" actId="47"/>
        <pc:sldMkLst>
          <pc:docMk/>
          <pc:sldMk cId="515219169" sldId="316"/>
        </pc:sldMkLst>
      </pc:sldChg>
      <pc:sldChg chg="delSp modSp add del mod ord">
        <pc:chgData name="דליה בר-יצחק" userId="41102cef4cf36730" providerId="LiveId" clId="{AEA3FDDB-1674-4D54-8B45-806AB963BA30}" dt="2024-06-22T10:40:18.232" v="187" actId="47"/>
        <pc:sldMkLst>
          <pc:docMk/>
          <pc:sldMk cId="1236497524" sldId="317"/>
        </pc:sldMkLst>
        <pc:spChg chg="del mod">
          <ac:chgData name="דליה בר-יצחק" userId="41102cef4cf36730" providerId="LiveId" clId="{AEA3FDDB-1674-4D54-8B45-806AB963BA30}" dt="2024-06-22T09:53:36.922" v="2" actId="478"/>
          <ac:spMkLst>
            <pc:docMk/>
            <pc:sldMk cId="1236497524" sldId="317"/>
            <ac:spMk id="4" creationId="{D43E8D27-F93B-41E9-A861-4CD512180773}"/>
          </ac:spMkLst>
        </pc:spChg>
      </pc:sldChg>
      <pc:sldChg chg="addSp delSp modSp new del mod modClrScheme chgLayout">
        <pc:chgData name="דליה בר-יצחק" userId="41102cef4cf36730" providerId="LiveId" clId="{AEA3FDDB-1674-4D54-8B45-806AB963BA30}" dt="2024-06-22T10:35:55.093" v="174" actId="47"/>
        <pc:sldMkLst>
          <pc:docMk/>
          <pc:sldMk cId="3414651807" sldId="318"/>
        </pc:sldMkLst>
        <pc:spChg chg="del">
          <ac:chgData name="דליה בר-יצחק" userId="41102cef4cf36730" providerId="LiveId" clId="{AEA3FDDB-1674-4D54-8B45-806AB963BA30}" dt="2024-06-22T10:04:40.025" v="24" actId="700"/>
          <ac:spMkLst>
            <pc:docMk/>
            <pc:sldMk cId="3414651807" sldId="318"/>
            <ac:spMk id="2" creationId="{F58BCD44-EE1E-B5D0-4647-43960A2B957F}"/>
          </ac:spMkLst>
        </pc:spChg>
        <pc:spChg chg="mod ord">
          <ac:chgData name="דליה בר-יצחק" userId="41102cef4cf36730" providerId="LiveId" clId="{AEA3FDDB-1674-4D54-8B45-806AB963BA30}" dt="2024-06-22T10:33:07.603" v="165" actId="1076"/>
          <ac:spMkLst>
            <pc:docMk/>
            <pc:sldMk cId="3414651807" sldId="318"/>
            <ac:spMk id="3" creationId="{6D3DBE66-C610-9BB3-D204-5F6EA125B49C}"/>
          </ac:spMkLst>
        </pc:spChg>
        <pc:spChg chg="del">
          <ac:chgData name="דליה בר-יצחק" userId="41102cef4cf36730" providerId="LiveId" clId="{AEA3FDDB-1674-4D54-8B45-806AB963BA30}" dt="2024-06-22T10:03:27.102" v="19" actId="478"/>
          <ac:spMkLst>
            <pc:docMk/>
            <pc:sldMk cId="3414651807" sldId="318"/>
            <ac:spMk id="4" creationId="{C56803AF-F518-05D0-C617-D0F57ED6963E}"/>
          </ac:spMkLst>
        </pc:spChg>
        <pc:spChg chg="add del mod ord">
          <ac:chgData name="דליה בר-יצחק" userId="41102cef4cf36730" providerId="LiveId" clId="{AEA3FDDB-1674-4D54-8B45-806AB963BA30}" dt="2024-06-22T10:05:44.040" v="26" actId="700"/>
          <ac:spMkLst>
            <pc:docMk/>
            <pc:sldMk cId="3414651807" sldId="318"/>
            <ac:spMk id="5" creationId="{70580D52-EEC3-8922-65D4-2F4C2367A47A}"/>
          </ac:spMkLst>
        </pc:spChg>
        <pc:spChg chg="add del mod ord">
          <ac:chgData name="דליה בר-יצחק" userId="41102cef4cf36730" providerId="LiveId" clId="{AEA3FDDB-1674-4D54-8B45-806AB963BA30}" dt="2024-06-22T10:04:51.895" v="25" actId="478"/>
          <ac:spMkLst>
            <pc:docMk/>
            <pc:sldMk cId="3414651807" sldId="318"/>
            <ac:spMk id="6" creationId="{1126A1B3-1E46-4A48-8BEA-3F12B258A93F}"/>
          </ac:spMkLst>
        </pc:spChg>
        <pc:spChg chg="add del mod ord">
          <ac:chgData name="דליה בר-יצחק" userId="41102cef4cf36730" providerId="LiveId" clId="{AEA3FDDB-1674-4D54-8B45-806AB963BA30}" dt="2024-06-22T10:06:55.767" v="28" actId="478"/>
          <ac:spMkLst>
            <pc:docMk/>
            <pc:sldMk cId="3414651807" sldId="318"/>
            <ac:spMk id="7" creationId="{1DD30853-6BC1-515D-4672-5A1594DE3208}"/>
          </ac:spMkLst>
        </pc:spChg>
        <pc:spChg chg="add del mod ord">
          <ac:chgData name="דליה בר-יצחק" userId="41102cef4cf36730" providerId="LiveId" clId="{AEA3FDDB-1674-4D54-8B45-806AB963BA30}" dt="2024-06-22T10:33:16.035" v="166" actId="1076"/>
          <ac:spMkLst>
            <pc:docMk/>
            <pc:sldMk cId="3414651807" sldId="318"/>
            <ac:spMk id="8" creationId="{CF3F9CF4-954D-BD01-F340-F02A5768D869}"/>
          </ac:spMkLst>
        </pc:spChg>
        <pc:spChg chg="add del mod ord">
          <ac:chgData name="דליה בר-יצחק" userId="41102cef4cf36730" providerId="LiveId" clId="{AEA3FDDB-1674-4D54-8B45-806AB963BA30}" dt="2024-06-22T10:07:15.198" v="29" actId="478"/>
          <ac:spMkLst>
            <pc:docMk/>
            <pc:sldMk cId="3414651807" sldId="318"/>
            <ac:spMk id="9" creationId="{6430081D-4C74-0797-2EA9-D60A3BBAEF8C}"/>
          </ac:spMkLst>
        </pc:spChg>
        <pc:spChg chg="add mod ord">
          <ac:chgData name="דליה בר-יצחק" userId="41102cef4cf36730" providerId="LiveId" clId="{AEA3FDDB-1674-4D54-8B45-806AB963BA30}" dt="2024-06-22T10:33:21.204" v="167" actId="1076"/>
          <ac:spMkLst>
            <pc:docMk/>
            <pc:sldMk cId="3414651807" sldId="318"/>
            <ac:spMk id="10" creationId="{E0853336-783D-01ED-9FC7-74EEBA70BE6D}"/>
          </ac:spMkLst>
        </pc:spChg>
        <pc:spChg chg="add del mod ord">
          <ac:chgData name="דליה בר-יצחק" userId="41102cef4cf36730" providerId="LiveId" clId="{AEA3FDDB-1674-4D54-8B45-806AB963BA30}" dt="2024-06-22T10:07:15.198" v="29" actId="478"/>
          <ac:spMkLst>
            <pc:docMk/>
            <pc:sldMk cId="3414651807" sldId="318"/>
            <ac:spMk id="11" creationId="{B826B321-60C2-10F8-A2B8-855BECEFC5AE}"/>
          </ac:spMkLst>
        </pc:spChg>
      </pc:sldChg>
      <pc:sldChg chg="addSp modSp add del mod modClrScheme chgLayout">
        <pc:chgData name="דליה בר-יצחק" userId="41102cef4cf36730" providerId="LiveId" clId="{AEA3FDDB-1674-4D54-8B45-806AB963BA30}" dt="2024-06-22T10:21:37.429" v="121" actId="47"/>
        <pc:sldMkLst>
          <pc:docMk/>
          <pc:sldMk cId="1209449014" sldId="319"/>
        </pc:sldMkLst>
        <pc:spChg chg="add mod ord">
          <ac:chgData name="דליה בר-יצחק" userId="41102cef4cf36730" providerId="LiveId" clId="{AEA3FDDB-1674-4D54-8B45-806AB963BA30}" dt="2024-06-22T10:14:26.131" v="58" actId="700"/>
          <ac:spMkLst>
            <pc:docMk/>
            <pc:sldMk cId="1209449014" sldId="319"/>
            <ac:spMk id="2" creationId="{E3BFD32E-58F9-8DC9-0881-C0191EA6FE8C}"/>
          </ac:spMkLst>
        </pc:spChg>
        <pc:spChg chg="mod ord">
          <ac:chgData name="דליה בר-יצחק" userId="41102cef4cf36730" providerId="LiveId" clId="{AEA3FDDB-1674-4D54-8B45-806AB963BA30}" dt="2024-06-22T10:14:26.131" v="58" actId="700"/>
          <ac:spMkLst>
            <pc:docMk/>
            <pc:sldMk cId="1209449014" sldId="319"/>
            <ac:spMk id="3" creationId="{6D3DBE66-C610-9BB3-D204-5F6EA125B49C}"/>
          </ac:spMkLst>
        </pc:spChg>
        <pc:spChg chg="mod ord">
          <ac:chgData name="דליה בר-יצחק" userId="41102cef4cf36730" providerId="LiveId" clId="{AEA3FDDB-1674-4D54-8B45-806AB963BA30}" dt="2024-06-22T10:15:02.534" v="61" actId="1076"/>
          <ac:spMkLst>
            <pc:docMk/>
            <pc:sldMk cId="1209449014" sldId="319"/>
            <ac:spMk id="8" creationId="{CF3F9CF4-954D-BD01-F340-F02A5768D869}"/>
          </ac:spMkLst>
        </pc:spChg>
        <pc:spChg chg="mod ord">
          <ac:chgData name="דליה בר-יצחק" userId="41102cef4cf36730" providerId="LiveId" clId="{AEA3FDDB-1674-4D54-8B45-806AB963BA30}" dt="2024-06-22T10:14:54.197" v="60" actId="1076"/>
          <ac:spMkLst>
            <pc:docMk/>
            <pc:sldMk cId="1209449014" sldId="319"/>
            <ac:spMk id="10" creationId="{E0853336-783D-01ED-9FC7-74EEBA70BE6D}"/>
          </ac:spMkLst>
        </pc:spChg>
      </pc:sldChg>
      <pc:sldChg chg="add">
        <pc:chgData name="דליה בר-יצחק" userId="41102cef4cf36730" providerId="LiveId" clId="{AEA3FDDB-1674-4D54-8B45-806AB963BA30}" dt="2024-06-22T10:15:30.072" v="62" actId="2890"/>
        <pc:sldMkLst>
          <pc:docMk/>
          <pc:sldMk cId="849828491" sldId="320"/>
        </pc:sldMkLst>
      </pc:sldChg>
      <pc:sldChg chg="modSp add mod">
        <pc:chgData name="דליה בר-יצחק" userId="41102cef4cf36730" providerId="LiveId" clId="{AEA3FDDB-1674-4D54-8B45-806AB963BA30}" dt="2024-06-22T14:25:35.872" v="462" actId="1582"/>
        <pc:sldMkLst>
          <pc:docMk/>
          <pc:sldMk cId="135860251" sldId="321"/>
        </pc:sldMkLst>
        <pc:spChg chg="mod">
          <ac:chgData name="דליה בר-יצחק" userId="41102cef4cf36730" providerId="LiveId" clId="{AEA3FDDB-1674-4D54-8B45-806AB963BA30}" dt="2024-06-22T14:25:35.872" v="462" actId="1582"/>
          <ac:spMkLst>
            <pc:docMk/>
            <pc:sldMk cId="135860251" sldId="321"/>
            <ac:spMk id="3" creationId="{6D3DBE66-C610-9BB3-D204-5F6EA125B49C}"/>
          </ac:spMkLst>
        </pc:spChg>
        <pc:spChg chg="mod">
          <ac:chgData name="דליה בר-יצחק" userId="41102cef4cf36730" providerId="LiveId" clId="{AEA3FDDB-1674-4D54-8B45-806AB963BA30}" dt="2024-06-22T10:35:37.308" v="173" actId="1076"/>
          <ac:spMkLst>
            <pc:docMk/>
            <pc:sldMk cId="135860251" sldId="321"/>
            <ac:spMk id="8" creationId="{CF3F9CF4-954D-BD01-F340-F02A5768D869}"/>
          </ac:spMkLst>
        </pc:spChg>
        <pc:spChg chg="mod">
          <ac:chgData name="דליה בר-יצחק" userId="41102cef4cf36730" providerId="LiveId" clId="{AEA3FDDB-1674-4D54-8B45-806AB963BA30}" dt="2024-06-22T10:34:08.782" v="170" actId="12789"/>
          <ac:spMkLst>
            <pc:docMk/>
            <pc:sldMk cId="135860251" sldId="321"/>
            <ac:spMk id="10" creationId="{E0853336-783D-01ED-9FC7-74EEBA70BE6D}"/>
          </ac:spMkLst>
        </pc:spChg>
      </pc:sldChg>
      <pc:sldChg chg="modSp add mod">
        <pc:chgData name="דליה בר-יצחק" userId="41102cef4cf36730" providerId="LiveId" clId="{AEA3FDDB-1674-4D54-8B45-806AB963BA30}" dt="2024-06-22T14:25:53.256" v="464" actId="207"/>
        <pc:sldMkLst>
          <pc:docMk/>
          <pc:sldMk cId="3560103172" sldId="322"/>
        </pc:sldMkLst>
        <pc:spChg chg="mod">
          <ac:chgData name="דליה בר-יצחק" userId="41102cef4cf36730" providerId="LiveId" clId="{AEA3FDDB-1674-4D54-8B45-806AB963BA30}" dt="2024-06-22T14:25:53.256" v="464" actId="207"/>
          <ac:spMkLst>
            <pc:docMk/>
            <pc:sldMk cId="3560103172" sldId="322"/>
            <ac:spMk id="3" creationId="{6D3DBE66-C610-9BB3-D204-5F6EA125B49C}"/>
          </ac:spMkLst>
        </pc:spChg>
        <pc:spChg chg="mod">
          <ac:chgData name="דליה בר-יצחק" userId="41102cef4cf36730" providerId="LiveId" clId="{AEA3FDDB-1674-4D54-8B45-806AB963BA30}" dt="2024-06-22T10:38:30.595" v="181" actId="20577"/>
          <ac:spMkLst>
            <pc:docMk/>
            <pc:sldMk cId="3560103172" sldId="322"/>
            <ac:spMk id="8" creationId="{CF3F9CF4-954D-BD01-F340-F02A5768D869}"/>
          </ac:spMkLst>
        </pc:spChg>
        <pc:spChg chg="mod">
          <ac:chgData name="דליה בר-יצחק" userId="41102cef4cf36730" providerId="LiveId" clId="{AEA3FDDB-1674-4D54-8B45-806AB963BA30}" dt="2024-06-22T10:39:02.890" v="186" actId="27636"/>
          <ac:spMkLst>
            <pc:docMk/>
            <pc:sldMk cId="3560103172" sldId="322"/>
            <ac:spMk id="10" creationId="{E0853336-783D-01ED-9FC7-74EEBA70BE6D}"/>
          </ac:spMkLst>
        </pc:spChg>
      </pc:sldChg>
      <pc:sldChg chg="modSp add mod">
        <pc:chgData name="דליה בר-יצחק" userId="41102cef4cf36730" providerId="LiveId" clId="{AEA3FDDB-1674-4D54-8B45-806AB963BA30}" dt="2024-06-22T14:26:04.019" v="465" actId="207"/>
        <pc:sldMkLst>
          <pc:docMk/>
          <pc:sldMk cId="1954062696" sldId="323"/>
        </pc:sldMkLst>
        <pc:spChg chg="mod">
          <ac:chgData name="דליה בר-יצחק" userId="41102cef4cf36730" providerId="LiveId" clId="{AEA3FDDB-1674-4D54-8B45-806AB963BA30}" dt="2024-06-22T14:26:04.019" v="465" actId="207"/>
          <ac:spMkLst>
            <pc:docMk/>
            <pc:sldMk cId="1954062696" sldId="323"/>
            <ac:spMk id="3" creationId="{6D3DBE66-C610-9BB3-D204-5F6EA125B49C}"/>
          </ac:spMkLst>
        </pc:spChg>
        <pc:spChg chg="mod">
          <ac:chgData name="דליה בר-יצחק" userId="41102cef4cf36730" providerId="LiveId" clId="{AEA3FDDB-1674-4D54-8B45-806AB963BA30}" dt="2024-06-22T10:40:36.644" v="191" actId="20577"/>
          <ac:spMkLst>
            <pc:docMk/>
            <pc:sldMk cId="1954062696" sldId="323"/>
            <ac:spMk id="8" creationId="{CF3F9CF4-954D-BD01-F340-F02A5768D869}"/>
          </ac:spMkLst>
        </pc:spChg>
        <pc:spChg chg="mod">
          <ac:chgData name="דליה בר-יצחק" userId="41102cef4cf36730" providerId="LiveId" clId="{AEA3FDDB-1674-4D54-8B45-806AB963BA30}" dt="2024-06-22T10:41:09.149" v="195" actId="20577"/>
          <ac:spMkLst>
            <pc:docMk/>
            <pc:sldMk cId="1954062696" sldId="323"/>
            <ac:spMk id="10" creationId="{E0853336-783D-01ED-9FC7-74EEBA70BE6D}"/>
          </ac:spMkLst>
        </pc:spChg>
      </pc:sldChg>
      <pc:sldChg chg="addSp delSp modSp add mod">
        <pc:chgData name="דליה בר-יצחק" userId="41102cef4cf36730" providerId="LiveId" clId="{AEA3FDDB-1674-4D54-8B45-806AB963BA30}" dt="2024-06-22T14:26:16.585" v="466" actId="207"/>
        <pc:sldMkLst>
          <pc:docMk/>
          <pc:sldMk cId="647135740" sldId="324"/>
        </pc:sldMkLst>
        <pc:spChg chg="mod">
          <ac:chgData name="דליה בר-יצחק" userId="41102cef4cf36730" providerId="LiveId" clId="{AEA3FDDB-1674-4D54-8B45-806AB963BA30}" dt="2024-06-22T14:26:16.585" v="466" actId="207"/>
          <ac:spMkLst>
            <pc:docMk/>
            <pc:sldMk cId="647135740" sldId="324"/>
            <ac:spMk id="3" creationId="{6D3DBE66-C610-9BB3-D204-5F6EA125B49C}"/>
          </ac:spMkLst>
        </pc:spChg>
        <pc:spChg chg="add del mod">
          <ac:chgData name="דליה בר-יצחק" userId="41102cef4cf36730" providerId="LiveId" clId="{AEA3FDDB-1674-4D54-8B45-806AB963BA30}" dt="2024-06-22T10:47:29.457" v="213" actId="478"/>
          <ac:spMkLst>
            <pc:docMk/>
            <pc:sldMk cId="647135740" sldId="324"/>
            <ac:spMk id="4" creationId="{59CA7B9C-041A-E006-F1F5-37CB1CCB6047}"/>
          </ac:spMkLst>
        </pc:spChg>
        <pc:spChg chg="add mod">
          <ac:chgData name="דליה בר-יצחק" userId="41102cef4cf36730" providerId="LiveId" clId="{AEA3FDDB-1674-4D54-8B45-806AB963BA30}" dt="2024-06-22T10:51:57.312" v="220" actId="1076"/>
          <ac:spMkLst>
            <pc:docMk/>
            <pc:sldMk cId="647135740" sldId="324"/>
            <ac:spMk id="5" creationId="{4E22D0AC-7584-2E3A-2786-3B199CDDC7A2}"/>
          </ac:spMkLst>
        </pc:spChg>
        <pc:spChg chg="add mod">
          <ac:chgData name="דליה בר-יצחק" userId="41102cef4cf36730" providerId="LiveId" clId="{AEA3FDDB-1674-4D54-8B45-806AB963BA30}" dt="2024-06-22T10:51:52.081" v="219" actId="1076"/>
          <ac:spMkLst>
            <pc:docMk/>
            <pc:sldMk cId="647135740" sldId="324"/>
            <ac:spMk id="6" creationId="{FB718C99-F5E0-F183-C620-177F6F3FCAEA}"/>
          </ac:spMkLst>
        </pc:spChg>
        <pc:spChg chg="del">
          <ac:chgData name="דליה בר-יצחק" userId="41102cef4cf36730" providerId="LiveId" clId="{AEA3FDDB-1674-4D54-8B45-806AB963BA30}" dt="2024-06-22T10:44:25.260" v="204" actId="478"/>
          <ac:spMkLst>
            <pc:docMk/>
            <pc:sldMk cId="647135740" sldId="324"/>
            <ac:spMk id="8" creationId="{CF3F9CF4-954D-BD01-F340-F02A5768D869}"/>
          </ac:spMkLst>
        </pc:spChg>
        <pc:spChg chg="mod">
          <ac:chgData name="דליה בר-יצחק" userId="41102cef4cf36730" providerId="LiveId" clId="{AEA3FDDB-1674-4D54-8B45-806AB963BA30}" dt="2024-06-22T10:47:25.287" v="212"/>
          <ac:spMkLst>
            <pc:docMk/>
            <pc:sldMk cId="647135740" sldId="324"/>
            <ac:spMk id="10" creationId="{E0853336-783D-01ED-9FC7-74EEBA70BE6D}"/>
          </ac:spMkLst>
        </pc:spChg>
      </pc:sldChg>
      <pc:sldChg chg="add del">
        <pc:chgData name="דליה בר-יצחק" userId="41102cef4cf36730" providerId="LiveId" clId="{AEA3FDDB-1674-4D54-8B45-806AB963BA30}" dt="2024-06-22T11:10:03.455" v="295" actId="47"/>
        <pc:sldMkLst>
          <pc:docMk/>
          <pc:sldMk cId="3031491429" sldId="325"/>
        </pc:sldMkLst>
      </pc:sldChg>
      <pc:sldChg chg="add del">
        <pc:chgData name="דליה בר-יצחק" userId="41102cef4cf36730" providerId="LiveId" clId="{AEA3FDDB-1674-4D54-8B45-806AB963BA30}" dt="2024-06-22T11:18:05.808" v="341" actId="47"/>
        <pc:sldMkLst>
          <pc:docMk/>
          <pc:sldMk cId="3370204352" sldId="325"/>
        </pc:sldMkLst>
      </pc:sldChg>
      <pc:sldChg chg="addSp delSp modSp add mod delAnim">
        <pc:chgData name="דליה בר-יצחק" userId="41102cef4cf36730" providerId="LiveId" clId="{AEA3FDDB-1674-4D54-8B45-806AB963BA30}" dt="2024-06-22T11:27:31.060" v="431" actId="1076"/>
        <pc:sldMkLst>
          <pc:docMk/>
          <pc:sldMk cId="98027481" sldId="326"/>
        </pc:sldMkLst>
        <pc:spChg chg="add del">
          <ac:chgData name="דליה בר-יצחק" userId="41102cef4cf36730" providerId="LiveId" clId="{AEA3FDDB-1674-4D54-8B45-806AB963BA30}" dt="2024-06-22T11:26:50.166" v="425"/>
          <ac:spMkLst>
            <pc:docMk/>
            <pc:sldMk cId="98027481" sldId="326"/>
            <ac:spMk id="2" creationId="{31CE78F4-F32D-66A9-F884-23E2E463B1C9}"/>
          </ac:spMkLst>
        </pc:spChg>
        <pc:spChg chg="mod">
          <ac:chgData name="דליה בר-יצחק" userId="41102cef4cf36730" providerId="LiveId" clId="{AEA3FDDB-1674-4D54-8B45-806AB963BA30}" dt="2024-06-22T11:22:48.518" v="369" actId="6549"/>
          <ac:spMkLst>
            <pc:docMk/>
            <pc:sldMk cId="98027481" sldId="326"/>
            <ac:spMk id="59" creationId="{00000000-0000-0000-0000-000000000000}"/>
          </ac:spMkLst>
        </pc:spChg>
        <pc:spChg chg="mod">
          <ac:chgData name="דליה בר-יצחק" userId="41102cef4cf36730" providerId="LiveId" clId="{AEA3FDDB-1674-4D54-8B45-806AB963BA30}" dt="2024-06-22T11:23:55.526" v="405" actId="20577"/>
          <ac:spMkLst>
            <pc:docMk/>
            <pc:sldMk cId="98027481" sldId="326"/>
            <ac:spMk id="60" creationId="{00000000-0000-0000-0000-000000000000}"/>
          </ac:spMkLst>
        </pc:spChg>
        <pc:picChg chg="add mod">
          <ac:chgData name="דליה בר-יצחק" userId="41102cef4cf36730" providerId="LiveId" clId="{AEA3FDDB-1674-4D54-8B45-806AB963BA30}" dt="2024-06-22T11:27:31.060" v="431" actId="1076"/>
          <ac:picMkLst>
            <pc:docMk/>
            <pc:sldMk cId="98027481" sldId="326"/>
            <ac:picMk id="3" creationId="{337EFA72-EF4B-8BC1-0720-E5045DD7689F}"/>
          </ac:picMkLst>
        </pc:picChg>
        <pc:picChg chg="add mod">
          <ac:chgData name="דליה בר-יצחק" userId="41102cef4cf36730" providerId="LiveId" clId="{AEA3FDDB-1674-4D54-8B45-806AB963BA30}" dt="2024-06-22T11:25:59.087" v="421"/>
          <ac:picMkLst>
            <pc:docMk/>
            <pc:sldMk cId="98027481" sldId="326"/>
            <ac:picMk id="4" creationId="{7285A860-4B4E-287E-7540-9A8E731FA88E}"/>
          </ac:picMkLst>
        </pc:picChg>
        <pc:picChg chg="add mod">
          <ac:chgData name="דליה בר-יצחק" userId="41102cef4cf36730" providerId="LiveId" clId="{AEA3FDDB-1674-4D54-8B45-806AB963BA30}" dt="2024-06-22T11:26:50.166" v="425"/>
          <ac:picMkLst>
            <pc:docMk/>
            <pc:sldMk cId="98027481" sldId="326"/>
            <ac:picMk id="5" creationId="{BDAA2492-5344-4C09-F592-A4B553799E38}"/>
          </ac:picMkLst>
        </pc:picChg>
        <pc:picChg chg="add mod">
          <ac:chgData name="דליה בר-יצחק" userId="41102cef4cf36730" providerId="LiveId" clId="{AEA3FDDB-1674-4D54-8B45-806AB963BA30}" dt="2024-06-22T11:27:20.236" v="430" actId="1076"/>
          <ac:picMkLst>
            <pc:docMk/>
            <pc:sldMk cId="98027481" sldId="326"/>
            <ac:picMk id="6" creationId="{D2BFAB18-980D-D2FE-6662-0317CC239275}"/>
          </ac:picMkLst>
        </pc:picChg>
        <pc:picChg chg="del">
          <ac:chgData name="דליה בר-יצחק" userId="41102cef4cf36730" providerId="LiveId" clId="{AEA3FDDB-1674-4D54-8B45-806AB963BA30}" dt="2024-06-22T11:24:11.639" v="409" actId="478"/>
          <ac:picMkLst>
            <pc:docMk/>
            <pc:sldMk cId="98027481" sldId="326"/>
            <ac:picMk id="61" creationId="{00000000-0000-0000-0000-000000000000}"/>
          </ac:picMkLst>
        </pc:picChg>
        <pc:picChg chg="del">
          <ac:chgData name="דליה בר-יצחק" userId="41102cef4cf36730" providerId="LiveId" clId="{AEA3FDDB-1674-4D54-8B45-806AB963BA30}" dt="2024-06-22T11:24:03.380" v="406" actId="478"/>
          <ac:picMkLst>
            <pc:docMk/>
            <pc:sldMk cId="98027481" sldId="326"/>
            <ac:picMk id="62" creationId="{00000000-0000-0000-0000-000000000000}"/>
          </ac:picMkLst>
        </pc:picChg>
      </pc:sldChg>
      <pc:sldChg chg="add del">
        <pc:chgData name="דליה בר-יצחק" userId="41102cef4cf36730" providerId="LiveId" clId="{AEA3FDDB-1674-4D54-8B45-806AB963BA30}" dt="2024-06-22T11:29:22.326" v="456" actId="47"/>
        <pc:sldMkLst>
          <pc:docMk/>
          <pc:sldMk cId="20620780" sldId="327"/>
        </pc:sldMkLst>
      </pc:sldChg>
      <pc:sldChg chg="addSp delSp modSp add del mod">
        <pc:chgData name="דליה בר-יצחק" userId="41102cef4cf36730" providerId="LiveId" clId="{AEA3FDDB-1674-4D54-8B45-806AB963BA30}" dt="2024-06-22T14:49:33.260" v="520" actId="2696"/>
        <pc:sldMkLst>
          <pc:docMk/>
          <pc:sldMk cId="1397236439" sldId="327"/>
        </pc:sldMkLst>
        <pc:spChg chg="mod">
          <ac:chgData name="דליה בר-יצחק" userId="41102cef4cf36730" providerId="LiveId" clId="{AEA3FDDB-1674-4D54-8B45-806AB963BA30}" dt="2024-06-22T14:28:57.678" v="488" actId="20577"/>
          <ac:spMkLst>
            <pc:docMk/>
            <pc:sldMk cId="1397236439" sldId="327"/>
            <ac:spMk id="86" creationId="{00000000-0000-0000-0000-000000000000}"/>
          </ac:spMkLst>
        </pc:spChg>
        <pc:picChg chg="add del mod">
          <ac:chgData name="דליה בר-יצחק" userId="41102cef4cf36730" providerId="LiveId" clId="{AEA3FDDB-1674-4D54-8B45-806AB963BA30}" dt="2024-06-22T14:29:31.885" v="491" actId="478"/>
          <ac:picMkLst>
            <pc:docMk/>
            <pc:sldMk cId="1397236439" sldId="327"/>
            <ac:picMk id="3" creationId="{D7D4F155-AD20-065E-0134-661A94D8A626}"/>
          </ac:picMkLst>
        </pc:picChg>
        <pc:picChg chg="del">
          <ac:chgData name="דליה בר-יצחק" userId="41102cef4cf36730" providerId="LiveId" clId="{AEA3FDDB-1674-4D54-8B45-806AB963BA30}" dt="2024-06-22T14:29:23.533" v="489" actId="478"/>
          <ac:picMkLst>
            <pc:docMk/>
            <pc:sldMk cId="1397236439" sldId="327"/>
            <ac:picMk id="88" creationId="{00000000-0000-0000-0000-000000000000}"/>
          </ac:picMkLst>
        </pc:picChg>
      </pc:sldChg>
      <pc:sldChg chg="addSp delSp modSp add mod modClrScheme chgLayout">
        <pc:chgData name="דליה בר-יצחק" userId="41102cef4cf36730" providerId="LiveId" clId="{AEA3FDDB-1674-4D54-8B45-806AB963BA30}" dt="2024-06-22T14:52:22.515" v="536" actId="1076"/>
        <pc:sldMkLst>
          <pc:docMk/>
          <pc:sldMk cId="2983053470" sldId="327"/>
        </pc:sldMkLst>
        <pc:spChg chg="mod ord">
          <ac:chgData name="דליה בר-יצחק" userId="41102cef4cf36730" providerId="LiveId" clId="{AEA3FDDB-1674-4D54-8B45-806AB963BA30}" dt="2024-06-22T14:52:13.170" v="535" actId="20577"/>
          <ac:spMkLst>
            <pc:docMk/>
            <pc:sldMk cId="2983053470" sldId="327"/>
            <ac:spMk id="2" creationId="{00000000-0000-0000-0000-000000000000}"/>
          </ac:spMkLst>
        </pc:spChg>
        <pc:spChg chg="add mod ord">
          <ac:chgData name="דליה בר-יצחק" userId="41102cef4cf36730" providerId="LiveId" clId="{AEA3FDDB-1674-4D54-8B45-806AB963BA30}" dt="2024-06-22T14:51:41.561" v="529" actId="700"/>
          <ac:spMkLst>
            <pc:docMk/>
            <pc:sldMk cId="2983053470" sldId="327"/>
            <ac:spMk id="3" creationId="{B5136CE7-00F1-9838-84DF-EA3032589F95}"/>
          </ac:spMkLst>
        </pc:spChg>
        <pc:spChg chg="add del mod ord">
          <ac:chgData name="דליה בר-יצחק" userId="41102cef4cf36730" providerId="LiveId" clId="{AEA3FDDB-1674-4D54-8B45-806AB963BA30}" dt="2024-06-22T14:51:59.610" v="530" actId="478"/>
          <ac:spMkLst>
            <pc:docMk/>
            <pc:sldMk cId="2983053470" sldId="327"/>
            <ac:spMk id="4" creationId="{59EE0FF3-D12C-11A9-70EB-5AFED3D41097}"/>
          </ac:spMkLst>
        </pc:spChg>
        <pc:picChg chg="mod">
          <ac:chgData name="דליה בר-יצחק" userId="41102cef4cf36730" providerId="LiveId" clId="{AEA3FDDB-1674-4D54-8B45-806AB963BA30}" dt="2024-06-22T14:52:22.515" v="536" actId="1076"/>
          <ac:picMkLst>
            <pc:docMk/>
            <pc:sldMk cId="2983053470" sldId="327"/>
            <ac:picMk id="7" creationId="{00000000-0000-0000-0000-000000000000}"/>
          </ac:picMkLst>
        </pc:picChg>
      </pc:sldChg>
      <pc:sldChg chg="add del">
        <pc:chgData name="דליה בר-יצחק" userId="41102cef4cf36730" providerId="LiveId" clId="{AEA3FDDB-1674-4D54-8B45-806AB963BA30}" dt="2024-06-22T14:33:20.866" v="507" actId="47"/>
        <pc:sldMkLst>
          <pc:docMk/>
          <pc:sldMk cId="3097708903" sldId="328"/>
        </pc:sldMkLst>
      </pc:sldChg>
      <pc:sldChg chg="addSp delSp modSp add del mod modClrScheme chgLayout">
        <pc:chgData name="דליה בר-יצחק" userId="41102cef4cf36730" providerId="LiveId" clId="{AEA3FDDB-1674-4D54-8B45-806AB963BA30}" dt="2024-06-22T15:00:05.837" v="566" actId="2696"/>
        <pc:sldMkLst>
          <pc:docMk/>
          <pc:sldMk cId="3859114666" sldId="328"/>
        </pc:sldMkLst>
        <pc:spChg chg="mod ord">
          <ac:chgData name="דליה בר-יצחק" userId="41102cef4cf36730" providerId="LiveId" clId="{AEA3FDDB-1674-4D54-8B45-806AB963BA30}" dt="2024-06-22T14:54:14.791" v="544" actId="700"/>
          <ac:spMkLst>
            <pc:docMk/>
            <pc:sldMk cId="3859114666" sldId="328"/>
            <ac:spMk id="2" creationId="{00000000-0000-0000-0000-000000000000}"/>
          </ac:spMkLst>
        </pc:spChg>
        <pc:spChg chg="add del mod ord">
          <ac:chgData name="דליה בר-יצחק" userId="41102cef4cf36730" providerId="LiveId" clId="{AEA3FDDB-1674-4D54-8B45-806AB963BA30}" dt="2024-06-22T14:54:14.791" v="544" actId="700"/>
          <ac:spMkLst>
            <pc:docMk/>
            <pc:sldMk cId="3859114666" sldId="328"/>
            <ac:spMk id="3" creationId="{03AE8502-3D2A-0AB3-B036-99431C138800}"/>
          </ac:spMkLst>
        </pc:spChg>
        <pc:spChg chg="mod ord">
          <ac:chgData name="דליה בר-יצחק" userId="41102cef4cf36730" providerId="LiveId" clId="{AEA3FDDB-1674-4D54-8B45-806AB963BA30}" dt="2024-06-22T14:54:14.791" v="544" actId="700"/>
          <ac:spMkLst>
            <pc:docMk/>
            <pc:sldMk cId="3859114666" sldId="328"/>
            <ac:spMk id="7" creationId="{AAD73D56-4F54-EB10-9DD7-3D413ADDDD96}"/>
          </ac:spMkLst>
        </pc:spChg>
      </pc:sldChg>
      <pc:sldChg chg="add del">
        <pc:chgData name="דליה בר-יצחק" userId="41102cef4cf36730" providerId="LiveId" clId="{AEA3FDDB-1674-4D54-8B45-806AB963BA30}" dt="2024-06-22T14:50:01.349" v="521" actId="47"/>
        <pc:sldMkLst>
          <pc:docMk/>
          <pc:sldMk cId="4273496804" sldId="328"/>
        </pc:sldMkLst>
      </pc:sldChg>
      <pc:sldChg chg="addSp delSp modSp add mod">
        <pc:chgData name="דליה בר-יצחק" userId="41102cef4cf36730" providerId="LiveId" clId="{AEA3FDDB-1674-4D54-8B45-806AB963BA30}" dt="2024-06-22T14:57:11.637" v="564" actId="403"/>
        <pc:sldMkLst>
          <pc:docMk/>
          <pc:sldMk cId="1183934023" sldId="329"/>
        </pc:sldMkLst>
        <pc:spChg chg="mod">
          <ac:chgData name="דליה בר-יצחק" userId="41102cef4cf36730" providerId="LiveId" clId="{AEA3FDDB-1674-4D54-8B45-806AB963BA30}" dt="2024-06-22T14:55:50.720" v="553" actId="27636"/>
          <ac:spMkLst>
            <pc:docMk/>
            <pc:sldMk cId="1183934023" sldId="329"/>
            <ac:spMk id="2" creationId="{00000000-0000-0000-0000-000000000000}"/>
          </ac:spMkLst>
        </pc:spChg>
        <pc:spChg chg="add mod">
          <ac:chgData name="דליה בר-יצחק" userId="41102cef4cf36730" providerId="LiveId" clId="{AEA3FDDB-1674-4D54-8B45-806AB963BA30}" dt="2024-06-22T14:57:11.637" v="564" actId="403"/>
          <ac:spMkLst>
            <pc:docMk/>
            <pc:sldMk cId="1183934023" sldId="329"/>
            <ac:spMk id="6" creationId="{59EBA048-C22E-90AF-0C16-262238238FFB}"/>
          </ac:spMkLst>
        </pc:spChg>
        <pc:picChg chg="add mod">
          <ac:chgData name="דליה בר-יצחק" userId="41102cef4cf36730" providerId="LiveId" clId="{AEA3FDDB-1674-4D54-8B45-806AB963BA30}" dt="2024-06-22T14:54:58.931" v="548" actId="1076"/>
          <ac:picMkLst>
            <pc:docMk/>
            <pc:sldMk cId="1183934023" sldId="329"/>
            <ac:picMk id="4" creationId="{D659641E-C382-AB67-1DAB-4925381AED5F}"/>
          </ac:picMkLst>
        </pc:picChg>
        <pc:picChg chg="del">
          <ac:chgData name="דליה בר-יצחק" userId="41102cef4cf36730" providerId="LiveId" clId="{AEA3FDDB-1674-4D54-8B45-806AB963BA30}" dt="2024-06-22T14:54:34.947" v="546" actId="478"/>
          <ac:picMkLst>
            <pc:docMk/>
            <pc:sldMk cId="1183934023" sldId="329"/>
            <ac:picMk id="7" creationId="{00000000-0000-0000-0000-000000000000}"/>
          </ac:picMkLst>
        </pc:picChg>
      </pc:sldChg>
      <pc:sldChg chg="addSp delSp modSp add mod ord">
        <pc:chgData name="דליה בר-יצחק" userId="41102cef4cf36730" providerId="LiveId" clId="{AEA3FDDB-1674-4D54-8B45-806AB963BA30}" dt="2024-06-22T15:02:56.455" v="584" actId="242"/>
        <pc:sldMkLst>
          <pc:docMk/>
          <pc:sldMk cId="766814900" sldId="330"/>
        </pc:sldMkLst>
        <pc:spChg chg="mod">
          <ac:chgData name="דליה בר-יצחק" userId="41102cef4cf36730" providerId="LiveId" clId="{AEA3FDDB-1674-4D54-8B45-806AB963BA30}" dt="2024-06-22T15:02:56.455" v="584" actId="242"/>
          <ac:spMkLst>
            <pc:docMk/>
            <pc:sldMk cId="766814900" sldId="330"/>
            <ac:spMk id="2" creationId="{00000000-0000-0000-0000-000000000000}"/>
          </ac:spMkLst>
        </pc:spChg>
        <pc:spChg chg="mod">
          <ac:chgData name="דליה בר-יצחק" userId="41102cef4cf36730" providerId="LiveId" clId="{AEA3FDDB-1674-4D54-8B45-806AB963BA30}" dt="2024-06-22T15:01:31.145" v="576" actId="14100"/>
          <ac:spMkLst>
            <pc:docMk/>
            <pc:sldMk cId="766814900" sldId="330"/>
            <ac:spMk id="3" creationId="{B5136CE7-00F1-9838-84DF-EA3032589F95}"/>
          </ac:spMkLst>
        </pc:spChg>
        <pc:picChg chg="add mod">
          <ac:chgData name="דליה בר-יצחק" userId="41102cef4cf36730" providerId="LiveId" clId="{AEA3FDDB-1674-4D54-8B45-806AB963BA30}" dt="2024-06-22T15:01:42.328" v="577" actId="1076"/>
          <ac:picMkLst>
            <pc:docMk/>
            <pc:sldMk cId="766814900" sldId="330"/>
            <ac:picMk id="4" creationId="{A8568EF0-260E-1760-DDD4-24D91A0EA2D1}"/>
          </ac:picMkLst>
        </pc:picChg>
        <pc:picChg chg="del">
          <ac:chgData name="דליה בר-יצחק" userId="41102cef4cf36730" providerId="LiveId" clId="{AEA3FDDB-1674-4D54-8B45-806AB963BA30}" dt="2024-06-22T15:00:41.634" v="570" actId="478"/>
          <ac:picMkLst>
            <pc:docMk/>
            <pc:sldMk cId="766814900" sldId="330"/>
            <ac:picMk id="7" creationId="{00000000-0000-0000-0000-000000000000}"/>
          </ac:picMkLst>
        </pc:picChg>
      </pc:sldChg>
      <pc:sldChg chg="addSp delSp modSp add mod">
        <pc:chgData name="דליה בר-יצחק" userId="41102cef4cf36730" providerId="LiveId" clId="{AEA3FDDB-1674-4D54-8B45-806AB963BA30}" dt="2024-06-22T15:07:06.640" v="615" actId="1076"/>
        <pc:sldMkLst>
          <pc:docMk/>
          <pc:sldMk cId="2528708864" sldId="331"/>
        </pc:sldMkLst>
        <pc:spChg chg="mod">
          <ac:chgData name="דליה בר-יצחק" userId="41102cef4cf36730" providerId="LiveId" clId="{AEA3FDDB-1674-4D54-8B45-806AB963BA30}" dt="2024-06-22T15:06:44.173" v="614"/>
          <ac:spMkLst>
            <pc:docMk/>
            <pc:sldMk cId="2528708864" sldId="331"/>
            <ac:spMk id="2" creationId="{00000000-0000-0000-0000-000000000000}"/>
          </ac:spMkLst>
        </pc:spChg>
        <pc:picChg chg="del">
          <ac:chgData name="דליה בר-יצחק" userId="41102cef4cf36730" providerId="LiveId" clId="{AEA3FDDB-1674-4D54-8B45-806AB963BA30}" dt="2024-06-22T15:03:35.437" v="587" actId="478"/>
          <ac:picMkLst>
            <pc:docMk/>
            <pc:sldMk cId="2528708864" sldId="331"/>
            <ac:picMk id="4" creationId="{A8568EF0-260E-1760-DDD4-24D91A0EA2D1}"/>
          </ac:picMkLst>
        </pc:picChg>
        <pc:picChg chg="add mod">
          <ac:chgData name="דליה בר-יצחק" userId="41102cef4cf36730" providerId="LiveId" clId="{AEA3FDDB-1674-4D54-8B45-806AB963BA30}" dt="2024-06-22T15:07:06.640" v="615" actId="1076"/>
          <ac:picMkLst>
            <pc:docMk/>
            <pc:sldMk cId="2528708864" sldId="331"/>
            <ac:picMk id="5" creationId="{81E3504F-3E70-D0E2-066C-57925F0C412F}"/>
          </ac:picMkLst>
        </pc:picChg>
        <pc:picChg chg="add del mod">
          <ac:chgData name="דליה בר-יצחק" userId="41102cef4cf36730" providerId="LiveId" clId="{AEA3FDDB-1674-4D54-8B45-806AB963BA30}" dt="2024-06-22T15:05:12.274" v="603" actId="478"/>
          <ac:picMkLst>
            <pc:docMk/>
            <pc:sldMk cId="2528708864" sldId="331"/>
            <ac:picMk id="6" creationId="{8EAA1AA3-2C94-885C-D82D-DA8AADE1588C}"/>
          </ac:picMkLst>
        </pc:picChg>
        <pc:picChg chg="add del mod">
          <ac:chgData name="דליה בר-יצחק" userId="41102cef4cf36730" providerId="LiveId" clId="{AEA3FDDB-1674-4D54-8B45-806AB963BA30}" dt="2024-06-22T15:04:53.544" v="598" actId="478"/>
          <ac:picMkLst>
            <pc:docMk/>
            <pc:sldMk cId="2528708864" sldId="331"/>
            <ac:picMk id="7" creationId="{328773F3-9326-0B27-7036-26BC674994BF}"/>
          </ac:picMkLst>
        </pc:picChg>
        <pc:picChg chg="add mod">
          <ac:chgData name="דליה בר-יצחק" userId="41102cef4cf36730" providerId="LiveId" clId="{AEA3FDDB-1674-4D54-8B45-806AB963BA30}" dt="2024-06-22T15:07:06.640" v="615" actId="1076"/>
          <ac:picMkLst>
            <pc:docMk/>
            <pc:sldMk cId="2528708864" sldId="331"/>
            <ac:picMk id="8" creationId="{FEBDF256-AF7E-C60E-CB0E-4C28F52C1802}"/>
          </ac:picMkLst>
        </pc:picChg>
        <pc:picChg chg="add mod">
          <ac:chgData name="דליה בר-יצחק" userId="41102cef4cf36730" providerId="LiveId" clId="{AEA3FDDB-1674-4D54-8B45-806AB963BA30}" dt="2024-06-22T15:07:06.640" v="615" actId="1076"/>
          <ac:picMkLst>
            <pc:docMk/>
            <pc:sldMk cId="2528708864" sldId="331"/>
            <ac:picMk id="9" creationId="{96885DB7-F06C-49AC-87EC-455467C9EAB8}"/>
          </ac:picMkLst>
        </pc:picChg>
      </pc:sldChg>
      <pc:sldChg chg="add del">
        <pc:chgData name="דליה בר-יצחק" userId="41102cef4cf36730" providerId="LiveId" clId="{AEA3FDDB-1674-4D54-8B45-806AB963BA30}" dt="2024-06-22T18:46:01.903" v="688" actId="47"/>
        <pc:sldMkLst>
          <pc:docMk/>
          <pc:sldMk cId="2275406593" sldId="332"/>
        </pc:sldMkLst>
      </pc:sldChg>
      <pc:sldChg chg="add del">
        <pc:chgData name="דליה בר-יצחק" userId="41102cef4cf36730" providerId="LiveId" clId="{AEA3FDDB-1674-4D54-8B45-806AB963BA30}" dt="2024-06-22T18:39:37.543" v="642" actId="47"/>
        <pc:sldMkLst>
          <pc:docMk/>
          <pc:sldMk cId="2467144729" sldId="332"/>
        </pc:sldMkLst>
      </pc:sldChg>
      <pc:sldChg chg="addSp delSp modSp add mod modClrScheme chgLayout">
        <pc:chgData name="דליה בר-יצחק" userId="41102cef4cf36730" providerId="LiveId" clId="{AEA3FDDB-1674-4D54-8B45-806AB963BA30}" dt="2024-06-22T18:56:57.952" v="782" actId="404"/>
        <pc:sldMkLst>
          <pc:docMk/>
          <pc:sldMk cId="4274689865" sldId="332"/>
        </pc:sldMkLst>
        <pc:spChg chg="add mod ord">
          <ac:chgData name="דליה בר-יצחק" userId="41102cef4cf36730" providerId="LiveId" clId="{AEA3FDDB-1674-4D54-8B45-806AB963BA30}" dt="2024-06-22T18:46:22.121" v="690" actId="700"/>
          <ac:spMkLst>
            <pc:docMk/>
            <pc:sldMk cId="4274689865" sldId="332"/>
            <ac:spMk id="2" creationId="{2567E539-36E8-EC7B-B8B9-60160088C69F}"/>
          </ac:spMkLst>
        </pc:spChg>
        <pc:spChg chg="add mod">
          <ac:chgData name="דליה בר-יצחק" userId="41102cef4cf36730" providerId="LiveId" clId="{AEA3FDDB-1674-4D54-8B45-806AB963BA30}" dt="2024-06-22T18:48:52.645" v="717" actId="14100"/>
          <ac:spMkLst>
            <pc:docMk/>
            <pc:sldMk cId="4274689865" sldId="332"/>
            <ac:spMk id="3" creationId="{805CECF2-40C3-4210-C231-A9838E0678A3}"/>
          </ac:spMkLst>
        </pc:spChg>
        <pc:spChg chg="add del mod">
          <ac:chgData name="דליה בר-יצחק" userId="41102cef4cf36730" providerId="LiveId" clId="{AEA3FDDB-1674-4D54-8B45-806AB963BA30}" dt="2024-06-22T18:48:28.588" v="714" actId="478"/>
          <ac:spMkLst>
            <pc:docMk/>
            <pc:sldMk cId="4274689865" sldId="332"/>
            <ac:spMk id="5" creationId="{C0A60548-C40B-6122-108B-654DB65620FA}"/>
          </ac:spMkLst>
        </pc:spChg>
        <pc:spChg chg="mod ord">
          <ac:chgData name="דליה בר-יצחק" userId="41102cef4cf36730" providerId="LiveId" clId="{AEA3FDDB-1674-4D54-8B45-806AB963BA30}" dt="2024-06-22T18:56:57.952" v="782" actId="404"/>
          <ac:spMkLst>
            <pc:docMk/>
            <pc:sldMk cId="4274689865" sldId="332"/>
            <ac:spMk id="134" creationId="{00000000-0000-0000-0000-000000000000}"/>
          </ac:spMkLst>
        </pc:spChg>
        <pc:spChg chg="del mod ord">
          <ac:chgData name="דליה בר-יצחק" userId="41102cef4cf36730" providerId="LiveId" clId="{AEA3FDDB-1674-4D54-8B45-806AB963BA30}" dt="2024-06-22T18:48:17.072" v="712" actId="478"/>
          <ac:spMkLst>
            <pc:docMk/>
            <pc:sldMk cId="4274689865" sldId="332"/>
            <ac:spMk id="135" creationId="{00000000-0000-0000-0000-000000000000}"/>
          </ac:spMkLst>
        </pc:spChg>
        <pc:picChg chg="mod">
          <ac:chgData name="דליה בר-יצחק" userId="41102cef4cf36730" providerId="LiveId" clId="{AEA3FDDB-1674-4D54-8B45-806AB963BA30}" dt="2024-06-22T18:46:46.741" v="696" actId="14100"/>
          <ac:picMkLst>
            <pc:docMk/>
            <pc:sldMk cId="4274689865" sldId="332"/>
            <ac:picMk id="136" creationId="{00000000-0000-0000-0000-000000000000}"/>
          </ac:picMkLst>
        </pc:picChg>
      </pc:sldChg>
      <pc:sldChg chg="addSp delSp modSp add mod modClrScheme chgLayout">
        <pc:chgData name="דליה בר-יצחק" userId="41102cef4cf36730" providerId="LiveId" clId="{AEA3FDDB-1674-4D54-8B45-806AB963BA30}" dt="2024-06-22T18:56:22.914" v="780" actId="1076"/>
        <pc:sldMkLst>
          <pc:docMk/>
          <pc:sldMk cId="491009610" sldId="333"/>
        </pc:sldMkLst>
        <pc:spChg chg="mod ord">
          <ac:chgData name="דליה בר-יצחק" userId="41102cef4cf36730" providerId="LiveId" clId="{AEA3FDDB-1674-4D54-8B45-806AB963BA30}" dt="2024-06-22T18:56:10.228" v="779" actId="14100"/>
          <ac:spMkLst>
            <pc:docMk/>
            <pc:sldMk cId="491009610" sldId="333"/>
            <ac:spMk id="2" creationId="{10990BB3-0B2D-1EB5-B32F-B0E07849392A}"/>
          </ac:spMkLst>
        </pc:spChg>
        <pc:spChg chg="add mod ord">
          <ac:chgData name="דליה בר-יצחק" userId="41102cef4cf36730" providerId="LiveId" clId="{AEA3FDDB-1674-4D54-8B45-806AB963BA30}" dt="2024-06-22T18:54:22.138" v="763" actId="700"/>
          <ac:spMkLst>
            <pc:docMk/>
            <pc:sldMk cId="491009610" sldId="333"/>
            <ac:spMk id="3" creationId="{BFFA341B-7D66-9ACF-7D45-46346E64213D}"/>
          </ac:spMkLst>
        </pc:spChg>
        <pc:spChg chg="add del mod ord">
          <ac:chgData name="דליה בר-יצחק" userId="41102cef4cf36730" providerId="LiveId" clId="{AEA3FDDB-1674-4D54-8B45-806AB963BA30}" dt="2024-06-22T18:55:07.052" v="768" actId="478"/>
          <ac:spMkLst>
            <pc:docMk/>
            <pc:sldMk cId="491009610" sldId="333"/>
            <ac:spMk id="5" creationId="{4530B725-F856-0C84-F585-BC662CCA0A98}"/>
          </ac:spMkLst>
        </pc:spChg>
        <pc:picChg chg="mod">
          <ac:chgData name="דליה בר-יצחק" userId="41102cef4cf36730" providerId="LiveId" clId="{AEA3FDDB-1674-4D54-8B45-806AB963BA30}" dt="2024-06-22T18:56:22.914" v="780" actId="1076"/>
          <ac:picMkLst>
            <pc:docMk/>
            <pc:sldMk cId="491009610" sldId="333"/>
            <ac:picMk id="4" creationId="{B26D950F-E7CA-2E19-CB94-1A533389B7BD}"/>
          </ac:picMkLst>
        </pc:picChg>
      </pc:sldChg>
      <pc:sldChg chg="add del">
        <pc:chgData name="דליה בר-יצחק" userId="41102cef4cf36730" providerId="LiveId" clId="{AEA3FDDB-1674-4D54-8B45-806AB963BA30}" dt="2024-06-22T18:53:51.213" v="761" actId="47"/>
        <pc:sldMkLst>
          <pc:docMk/>
          <pc:sldMk cId="4219477158" sldId="333"/>
        </pc:sldMkLst>
      </pc:sldChg>
      <pc:sldChg chg="addSp delSp modSp add mod modClrScheme chgLayout">
        <pc:chgData name="דליה בר-יצחק" userId="41102cef4cf36730" providerId="LiveId" clId="{AEA3FDDB-1674-4D54-8B45-806AB963BA30}" dt="2024-06-22T18:59:08.979" v="808" actId="1076"/>
        <pc:sldMkLst>
          <pc:docMk/>
          <pc:sldMk cId="2813374461" sldId="334"/>
        </pc:sldMkLst>
        <pc:spChg chg="add mod ord">
          <ac:chgData name="דליה בר-יצחק" userId="41102cef4cf36730" providerId="LiveId" clId="{AEA3FDDB-1674-4D54-8B45-806AB963BA30}" dt="2024-06-22T18:57:26.584" v="784" actId="700"/>
          <ac:spMkLst>
            <pc:docMk/>
            <pc:sldMk cId="2813374461" sldId="334"/>
            <ac:spMk id="2" creationId="{16ADBFD1-D5EC-A398-1E01-065855BFB13F}"/>
          </ac:spMkLst>
        </pc:spChg>
        <pc:spChg chg="add del mod ord">
          <ac:chgData name="דליה בר-יצחק" userId="41102cef4cf36730" providerId="LiveId" clId="{AEA3FDDB-1674-4D54-8B45-806AB963BA30}" dt="2024-06-22T18:57:45.299" v="788" actId="478"/>
          <ac:spMkLst>
            <pc:docMk/>
            <pc:sldMk cId="2813374461" sldId="334"/>
            <ac:spMk id="3" creationId="{5994559F-49B1-A4A5-9565-4F9CCBAF57E3}"/>
          </ac:spMkLst>
        </pc:spChg>
        <pc:spChg chg="mod ord">
          <ac:chgData name="דליה בר-יצחק" userId="41102cef4cf36730" providerId="LiveId" clId="{AEA3FDDB-1674-4D54-8B45-806AB963BA30}" dt="2024-06-22T18:59:08.979" v="808" actId="1076"/>
          <ac:spMkLst>
            <pc:docMk/>
            <pc:sldMk cId="2813374461" sldId="334"/>
            <ac:spMk id="153" creationId="{00000000-0000-0000-0000-000000000000}"/>
          </ac:spMkLst>
        </pc:spChg>
        <pc:picChg chg="mod">
          <ac:chgData name="דליה בר-יצחק" userId="41102cef4cf36730" providerId="LiveId" clId="{AEA3FDDB-1674-4D54-8B45-806AB963BA30}" dt="2024-06-22T18:59:02.643" v="806" actId="1076"/>
          <ac:picMkLst>
            <pc:docMk/>
            <pc:sldMk cId="2813374461" sldId="334"/>
            <ac:picMk id="155" creationId="{00000000-0000-0000-0000-000000000000}"/>
          </ac:picMkLst>
        </pc:picChg>
        <pc:picChg chg="mod">
          <ac:chgData name="דליה בר-יצחק" userId="41102cef4cf36730" providerId="LiveId" clId="{AEA3FDDB-1674-4D54-8B45-806AB963BA30}" dt="2024-06-22T18:59:06.042" v="807" actId="1076"/>
          <ac:picMkLst>
            <pc:docMk/>
            <pc:sldMk cId="2813374461" sldId="334"/>
            <ac:picMk id="156" creationId="{00000000-0000-0000-0000-000000000000}"/>
          </ac:picMkLst>
        </pc:picChg>
      </pc:sldChg>
      <pc:sldMasterChg chg="delSldLayout">
        <pc:chgData name="דליה בר-יצחק" userId="41102cef4cf36730" providerId="LiveId" clId="{AEA3FDDB-1674-4D54-8B45-806AB963BA30}" dt="2024-06-22T18:59:15.985" v="809" actId="47"/>
        <pc:sldMasterMkLst>
          <pc:docMk/>
          <pc:sldMasterMk cId="0" sldId="2147483648"/>
        </pc:sldMasterMkLst>
        <pc:sldLayoutChg chg="del">
          <pc:chgData name="דליה בר-יצחק" userId="41102cef4cf36730" providerId="LiveId" clId="{AEA3FDDB-1674-4D54-8B45-806AB963BA30}" dt="2024-06-22T11:10:03.455" v="295" actId="47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דליה בר-יצחק" userId="41102cef4cf36730" providerId="LiveId" clId="{AEA3FDDB-1674-4D54-8B45-806AB963BA30}" dt="2024-06-22T10:21:37.429" v="121" actId="47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דליה בר-יצחק" userId="41102cef4cf36730" providerId="LiveId" clId="{AEA3FDDB-1674-4D54-8B45-806AB963BA30}" dt="2024-06-22T15:00:05.837" v="566" actId="2696"/>
          <pc:sldLayoutMkLst>
            <pc:docMk/>
            <pc:sldMasterMk cId="0" sldId="2147483648"/>
            <pc:sldLayoutMk cId="4169470726" sldId="2147483676"/>
          </pc:sldLayoutMkLst>
        </pc:sldLayoutChg>
        <pc:sldLayoutChg chg="del">
          <pc:chgData name="דליה בר-יצחק" userId="41102cef4cf36730" providerId="LiveId" clId="{AEA3FDDB-1674-4D54-8B45-806AB963BA30}" dt="2024-06-22T18:56:35.303" v="781" actId="47"/>
          <pc:sldLayoutMkLst>
            <pc:docMk/>
            <pc:sldMasterMk cId="0" sldId="2147483648"/>
            <pc:sldLayoutMk cId="1976721041" sldId="2147483682"/>
          </pc:sldLayoutMkLst>
        </pc:sldLayoutChg>
        <pc:sldLayoutChg chg="del">
          <pc:chgData name="דליה בר-יצחק" userId="41102cef4cf36730" providerId="LiveId" clId="{AEA3FDDB-1674-4D54-8B45-806AB963BA30}" dt="2024-06-22T18:59:15.985" v="809" actId="47"/>
          <pc:sldLayoutMkLst>
            <pc:docMk/>
            <pc:sldMasterMk cId="0" sldId="2147483648"/>
            <pc:sldLayoutMk cId="1469685220" sldId="2147483683"/>
          </pc:sldLayoutMkLst>
        </pc:sldLayoutChg>
        <pc:sldLayoutChg chg="del">
          <pc:chgData name="דליה בר-יצחק" userId="41102cef4cf36730" providerId="LiveId" clId="{AEA3FDDB-1674-4D54-8B45-806AB963BA30}" dt="2024-06-22T18:53:51.213" v="761" actId="47"/>
          <pc:sldLayoutMkLst>
            <pc:docMk/>
            <pc:sldMasterMk cId="0" sldId="2147483648"/>
            <pc:sldLayoutMk cId="60961348" sldId="214748368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ction">
  <p:cSld name="Trac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5"/>
          <p:cNvSpPr txBox="1">
            <a:spLocks noGrp="1"/>
          </p:cNvSpPr>
          <p:nvPr>
            <p:ph type="body" idx="1"/>
          </p:nvPr>
        </p:nvSpPr>
        <p:spPr>
          <a:xfrm>
            <a:off x="6266428" y="2782888"/>
            <a:ext cx="4992567" cy="343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body" idx="2"/>
          </p:nvPr>
        </p:nvSpPr>
        <p:spPr>
          <a:xfrm>
            <a:off x="2452699" y="1592681"/>
            <a:ext cx="7306060" cy="39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3"/>
          </p:nvPr>
        </p:nvSpPr>
        <p:spPr>
          <a:xfrm>
            <a:off x="905410" y="2333977"/>
            <a:ext cx="5007023" cy="448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4"/>
          </p:nvPr>
        </p:nvSpPr>
        <p:spPr>
          <a:xfrm>
            <a:off x="6279569" y="2339781"/>
            <a:ext cx="4993148" cy="448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title"/>
          </p:nvPr>
        </p:nvSpPr>
        <p:spPr>
          <a:xfrm>
            <a:off x="2451534" y="989042"/>
            <a:ext cx="7287768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5"/>
          </p:nvPr>
        </p:nvSpPr>
        <p:spPr>
          <a:xfrm>
            <a:off x="919283" y="2782888"/>
            <a:ext cx="4992567" cy="343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 Us">
  <p:cSld name="About U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7"/>
          <p:cNvSpPr>
            <a:spLocks noGrp="1"/>
          </p:cNvSpPr>
          <p:nvPr>
            <p:ph type="pic" idx="2"/>
          </p:nvPr>
        </p:nvSpPr>
        <p:spPr>
          <a:xfrm flipH="1">
            <a:off x="5012530" y="0"/>
            <a:ext cx="7196138" cy="6867376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title"/>
          </p:nvPr>
        </p:nvSpPr>
        <p:spPr>
          <a:xfrm>
            <a:off x="-2" y="1672143"/>
            <a:ext cx="6019802" cy="3513714"/>
          </a:xfrm>
          <a:prstGeom prst="rect">
            <a:avLst/>
          </a:prstGeom>
          <a:solidFill>
            <a:schemeClr val="accent6">
              <a:alpha val="80000"/>
            </a:schemeClr>
          </a:solidFill>
          <a:ln>
            <a:noFill/>
          </a:ln>
        </p:spPr>
        <p:txBody>
          <a:bodyPr spcFirstLastPara="1" wrap="square" lIns="676650" tIns="795525" rIns="91425" bIns="45700" anchor="t" anchorCtr="0">
            <a:norm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body" idx="1"/>
          </p:nvPr>
        </p:nvSpPr>
        <p:spPr>
          <a:xfrm>
            <a:off x="594575" y="3007594"/>
            <a:ext cx="4850550" cy="1731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blem">
  <p:cSld name="Problem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68" name="Google Shape;68;p18"/>
          <p:cNvSpPr>
            <a:spLocks noGrp="1"/>
          </p:cNvSpPr>
          <p:nvPr>
            <p:ph type="pic" idx="2"/>
          </p:nvPr>
        </p:nvSpPr>
        <p:spPr>
          <a:xfrm flipH="1">
            <a:off x="0" y="729926"/>
            <a:ext cx="3581400" cy="5388772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8"/>
          <p:cNvSpPr txBox="1">
            <a:spLocks noGrp="1"/>
          </p:cNvSpPr>
          <p:nvPr>
            <p:ph type="body" idx="1"/>
          </p:nvPr>
        </p:nvSpPr>
        <p:spPr>
          <a:xfrm>
            <a:off x="6746476" y="1921400"/>
            <a:ext cx="22899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3"/>
          </p:nvPr>
        </p:nvSpPr>
        <p:spPr>
          <a:xfrm>
            <a:off x="6746476" y="2245710"/>
            <a:ext cx="2289974" cy="173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body" idx="4"/>
          </p:nvPr>
        </p:nvSpPr>
        <p:spPr>
          <a:xfrm>
            <a:off x="4065518" y="2245710"/>
            <a:ext cx="2289974" cy="173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5"/>
          </p:nvPr>
        </p:nvSpPr>
        <p:spPr>
          <a:xfrm>
            <a:off x="6746476" y="4443157"/>
            <a:ext cx="2289974" cy="1463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body" idx="6"/>
          </p:nvPr>
        </p:nvSpPr>
        <p:spPr>
          <a:xfrm>
            <a:off x="4065519" y="4451209"/>
            <a:ext cx="2289972" cy="145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7"/>
          </p:nvPr>
        </p:nvSpPr>
        <p:spPr>
          <a:xfrm>
            <a:off x="4065517" y="1921400"/>
            <a:ext cx="22899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body" idx="8"/>
          </p:nvPr>
        </p:nvSpPr>
        <p:spPr>
          <a:xfrm>
            <a:off x="6746476" y="4118846"/>
            <a:ext cx="22899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9"/>
          </p:nvPr>
        </p:nvSpPr>
        <p:spPr>
          <a:xfrm>
            <a:off x="4065518" y="4118846"/>
            <a:ext cx="2289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body" idx="13"/>
          </p:nvPr>
        </p:nvSpPr>
        <p:spPr>
          <a:xfrm>
            <a:off x="9417910" y="1921400"/>
            <a:ext cx="22899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4"/>
          </p:nvPr>
        </p:nvSpPr>
        <p:spPr>
          <a:xfrm>
            <a:off x="9417910" y="2245710"/>
            <a:ext cx="2289974" cy="173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4065516" y="1185284"/>
            <a:ext cx="7288284" cy="469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ution">
  <p:cSld name="Solu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body" idx="1"/>
          </p:nvPr>
        </p:nvSpPr>
        <p:spPr>
          <a:xfrm>
            <a:off x="8506711" y="1335193"/>
            <a:ext cx="28590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body" idx="2"/>
          </p:nvPr>
        </p:nvSpPr>
        <p:spPr>
          <a:xfrm>
            <a:off x="8506711" y="1639822"/>
            <a:ext cx="2859090" cy="1475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3"/>
          </p:nvPr>
        </p:nvSpPr>
        <p:spPr>
          <a:xfrm>
            <a:off x="5167309" y="1639822"/>
            <a:ext cx="2859091" cy="151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4"/>
          </p:nvPr>
        </p:nvSpPr>
        <p:spPr>
          <a:xfrm>
            <a:off x="8506711" y="3837269"/>
            <a:ext cx="2859090" cy="153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5"/>
          </p:nvPr>
        </p:nvSpPr>
        <p:spPr>
          <a:xfrm>
            <a:off x="5167310" y="3845321"/>
            <a:ext cx="2859089" cy="1526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6"/>
          </p:nvPr>
        </p:nvSpPr>
        <p:spPr>
          <a:xfrm>
            <a:off x="5167308" y="1335193"/>
            <a:ext cx="28590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7"/>
          </p:nvPr>
        </p:nvSpPr>
        <p:spPr>
          <a:xfrm>
            <a:off x="8506711" y="3532639"/>
            <a:ext cx="28590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8"/>
          </p:nvPr>
        </p:nvSpPr>
        <p:spPr>
          <a:xfrm>
            <a:off x="5167309" y="3532639"/>
            <a:ext cx="2859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1384299" y="2768600"/>
            <a:ext cx="2956810" cy="112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duct Overview">
  <p:cSld name="Product Overview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body" idx="1"/>
          </p:nvPr>
        </p:nvSpPr>
        <p:spPr>
          <a:xfrm>
            <a:off x="620484" y="3639417"/>
            <a:ext cx="23837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20"/>
          <p:cNvSpPr txBox="1">
            <a:spLocks noGrp="1"/>
          </p:cNvSpPr>
          <p:nvPr>
            <p:ph type="body" idx="2"/>
          </p:nvPr>
        </p:nvSpPr>
        <p:spPr>
          <a:xfrm>
            <a:off x="620484" y="3965866"/>
            <a:ext cx="2383764" cy="112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20"/>
          <p:cNvSpPr txBox="1">
            <a:spLocks noGrp="1"/>
          </p:cNvSpPr>
          <p:nvPr>
            <p:ph type="body" idx="3"/>
          </p:nvPr>
        </p:nvSpPr>
        <p:spPr>
          <a:xfrm>
            <a:off x="3478982" y="3969554"/>
            <a:ext cx="2383764" cy="112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4"/>
          </p:nvPr>
        </p:nvSpPr>
        <p:spPr>
          <a:xfrm>
            <a:off x="6337478" y="3953422"/>
            <a:ext cx="2383765" cy="112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5"/>
          </p:nvPr>
        </p:nvSpPr>
        <p:spPr>
          <a:xfrm>
            <a:off x="9188445" y="3953422"/>
            <a:ext cx="2383765" cy="112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6"/>
          </p:nvPr>
        </p:nvSpPr>
        <p:spPr>
          <a:xfrm>
            <a:off x="3419503" y="3639417"/>
            <a:ext cx="25027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body" idx="7"/>
          </p:nvPr>
        </p:nvSpPr>
        <p:spPr>
          <a:xfrm>
            <a:off x="6337478" y="3639417"/>
            <a:ext cx="23837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8"/>
          </p:nvPr>
        </p:nvSpPr>
        <p:spPr>
          <a:xfrm>
            <a:off x="9188445" y="3639417"/>
            <a:ext cx="23837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2452697" y="1581912"/>
            <a:ext cx="7286605" cy="63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>
            <a:spLocks noGrp="1"/>
          </p:cNvSpPr>
          <p:nvPr>
            <p:ph type="pic" idx="9"/>
          </p:nvPr>
        </p:nvSpPr>
        <p:spPr>
          <a:xfrm>
            <a:off x="1510614" y="2847098"/>
            <a:ext cx="603504" cy="603504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0"/>
          <p:cNvSpPr>
            <a:spLocks noGrp="1"/>
          </p:cNvSpPr>
          <p:nvPr>
            <p:ph type="pic" idx="13"/>
          </p:nvPr>
        </p:nvSpPr>
        <p:spPr>
          <a:xfrm>
            <a:off x="4369110" y="2847098"/>
            <a:ext cx="603504" cy="603504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>
            <a:spLocks noGrp="1"/>
          </p:cNvSpPr>
          <p:nvPr>
            <p:ph type="pic" idx="14"/>
          </p:nvPr>
        </p:nvSpPr>
        <p:spPr>
          <a:xfrm>
            <a:off x="7227608" y="2847098"/>
            <a:ext cx="603504" cy="603504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20"/>
          <p:cNvSpPr>
            <a:spLocks noGrp="1"/>
          </p:cNvSpPr>
          <p:nvPr>
            <p:ph type="pic" idx="15"/>
          </p:nvPr>
        </p:nvSpPr>
        <p:spPr>
          <a:xfrm>
            <a:off x="10078575" y="2847098"/>
            <a:ext cx="603504" cy="60350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duct Benefits">
  <p:cSld name="Product Benefit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1"/>
          <p:cNvSpPr>
            <a:spLocks noGrp="1"/>
          </p:cNvSpPr>
          <p:nvPr>
            <p:ph type="pic" idx="2"/>
          </p:nvPr>
        </p:nvSpPr>
        <p:spPr>
          <a:xfrm>
            <a:off x="622570" y="729926"/>
            <a:ext cx="6456836" cy="5388772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6467704" y="1881922"/>
            <a:ext cx="5749200" cy="3084630"/>
          </a:xfrm>
          <a:prstGeom prst="rect">
            <a:avLst/>
          </a:prstGeom>
          <a:solidFill>
            <a:schemeClr val="lt2">
              <a:alpha val="92941"/>
            </a:schemeClr>
          </a:solidFill>
          <a:ln>
            <a:noFill/>
          </a:ln>
        </p:spPr>
        <p:txBody>
          <a:bodyPr spcFirstLastPara="1" wrap="square" lIns="694925" tIns="713225" rIns="91425" bIns="45700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body" idx="1"/>
          </p:nvPr>
        </p:nvSpPr>
        <p:spPr>
          <a:xfrm>
            <a:off x="7079405" y="3201410"/>
            <a:ext cx="4614604" cy="129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ny Overview">
  <p:cSld name="Company Overview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>
            <a:spLocks noGrp="1"/>
          </p:cNvSpPr>
          <p:nvPr>
            <p:ph type="pic" idx="2"/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 txBox="1">
            <a:spLocks noGrp="1"/>
          </p:cNvSpPr>
          <p:nvPr>
            <p:ph type="title"/>
          </p:nvPr>
        </p:nvSpPr>
        <p:spPr>
          <a:xfrm>
            <a:off x="1403350" y="1371599"/>
            <a:ext cx="9385300" cy="985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siness Model">
  <p:cSld name="Business Model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>
            <a:spLocks noGrp="1"/>
          </p:cNvSpPr>
          <p:nvPr>
            <p:ph type="pic" idx="2"/>
          </p:nvPr>
        </p:nvSpPr>
        <p:spPr>
          <a:xfrm>
            <a:off x="5011738" y="0"/>
            <a:ext cx="7196930" cy="6867376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3"/>
          <p:cNvSpPr txBox="1">
            <a:spLocks noGrp="1"/>
          </p:cNvSpPr>
          <p:nvPr>
            <p:ph type="title"/>
          </p:nvPr>
        </p:nvSpPr>
        <p:spPr>
          <a:xfrm>
            <a:off x="-1" y="1036629"/>
            <a:ext cx="6007099" cy="4784742"/>
          </a:xfrm>
          <a:prstGeom prst="rect">
            <a:avLst/>
          </a:prstGeom>
          <a:solidFill>
            <a:schemeClr val="accent6">
              <a:alpha val="80000"/>
            </a:schemeClr>
          </a:solidFill>
          <a:ln>
            <a:noFill/>
          </a:ln>
        </p:spPr>
        <p:txBody>
          <a:bodyPr spcFirstLastPara="1" wrap="square" lIns="822950" tIns="640075" rIns="91425" bIns="45700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3"/>
          <p:cNvSpPr txBox="1">
            <a:spLocks noGrp="1"/>
          </p:cNvSpPr>
          <p:nvPr>
            <p:ph type="body" idx="1"/>
          </p:nvPr>
        </p:nvSpPr>
        <p:spPr>
          <a:xfrm>
            <a:off x="729016" y="2368506"/>
            <a:ext cx="47710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body" idx="3"/>
          </p:nvPr>
        </p:nvSpPr>
        <p:spPr>
          <a:xfrm>
            <a:off x="729017" y="2605040"/>
            <a:ext cx="4771030" cy="801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body" idx="4"/>
          </p:nvPr>
        </p:nvSpPr>
        <p:spPr>
          <a:xfrm>
            <a:off x="729016" y="3544629"/>
            <a:ext cx="47710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body" idx="5"/>
          </p:nvPr>
        </p:nvSpPr>
        <p:spPr>
          <a:xfrm>
            <a:off x="729017" y="3781163"/>
            <a:ext cx="4771030" cy="801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body" idx="6"/>
          </p:nvPr>
        </p:nvSpPr>
        <p:spPr>
          <a:xfrm>
            <a:off x="729016" y="4739239"/>
            <a:ext cx="47710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body" idx="7"/>
          </p:nvPr>
        </p:nvSpPr>
        <p:spPr>
          <a:xfrm>
            <a:off x="729017" y="4975773"/>
            <a:ext cx="4771030" cy="546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 Overview">
  <p:cSld name="Market Overview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41" name="Google Shape;141;p24"/>
          <p:cNvSpPr txBox="1">
            <a:spLocks noGrp="1"/>
          </p:cNvSpPr>
          <p:nvPr>
            <p:ph type="body" idx="1"/>
          </p:nvPr>
        </p:nvSpPr>
        <p:spPr>
          <a:xfrm>
            <a:off x="816075" y="4076963"/>
            <a:ext cx="3035881" cy="148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2"/>
          </p:nvPr>
        </p:nvSpPr>
        <p:spPr>
          <a:xfrm>
            <a:off x="1201068" y="2806964"/>
            <a:ext cx="2693128" cy="991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4000"/>
              <a:buNone/>
              <a:defRPr sz="4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4"/>
          <p:cNvSpPr txBox="1">
            <a:spLocks noGrp="1"/>
          </p:cNvSpPr>
          <p:nvPr>
            <p:ph type="body" idx="3"/>
          </p:nvPr>
        </p:nvSpPr>
        <p:spPr>
          <a:xfrm>
            <a:off x="4689632" y="4076963"/>
            <a:ext cx="3035880" cy="148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24"/>
          <p:cNvSpPr txBox="1">
            <a:spLocks noGrp="1"/>
          </p:cNvSpPr>
          <p:nvPr>
            <p:ph type="body" idx="4"/>
          </p:nvPr>
        </p:nvSpPr>
        <p:spPr>
          <a:xfrm>
            <a:off x="8563187" y="4076963"/>
            <a:ext cx="3023761" cy="148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45" name="Google Shape;145;p24"/>
          <p:cNvCxnSpPr/>
          <p:nvPr/>
        </p:nvCxnSpPr>
        <p:spPr>
          <a:xfrm>
            <a:off x="832513" y="3939883"/>
            <a:ext cx="2903678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24"/>
          <p:cNvSpPr txBox="1">
            <a:spLocks noGrp="1"/>
          </p:cNvSpPr>
          <p:nvPr>
            <p:ph type="body" idx="5"/>
          </p:nvPr>
        </p:nvSpPr>
        <p:spPr>
          <a:xfrm>
            <a:off x="5073324" y="2806964"/>
            <a:ext cx="2693128" cy="991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4000"/>
              <a:buNone/>
              <a:defRPr sz="4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24"/>
          <p:cNvSpPr txBox="1">
            <a:spLocks noGrp="1"/>
          </p:cNvSpPr>
          <p:nvPr>
            <p:ph type="body" idx="6"/>
          </p:nvPr>
        </p:nvSpPr>
        <p:spPr>
          <a:xfrm>
            <a:off x="8940173" y="2806964"/>
            <a:ext cx="2693128" cy="991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4000"/>
              <a:buNone/>
              <a:defRPr sz="4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48" name="Google Shape;148;p24"/>
          <p:cNvCxnSpPr/>
          <p:nvPr/>
        </p:nvCxnSpPr>
        <p:spPr>
          <a:xfrm>
            <a:off x="4699359" y="3939883"/>
            <a:ext cx="2903678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24"/>
          <p:cNvCxnSpPr/>
          <p:nvPr/>
        </p:nvCxnSpPr>
        <p:spPr>
          <a:xfrm>
            <a:off x="8566207" y="3939883"/>
            <a:ext cx="2903678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xfrm>
            <a:off x="729016" y="1643321"/>
            <a:ext cx="4856634" cy="46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 Comparison">
  <p:cSld name="Market Comparison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5"/>
          <p:cNvSpPr>
            <a:spLocks noGrp="1"/>
          </p:cNvSpPr>
          <p:nvPr>
            <p:ph type="pic" idx="2"/>
          </p:nvPr>
        </p:nvSpPr>
        <p:spPr>
          <a:xfrm>
            <a:off x="0" y="0"/>
            <a:ext cx="5334461" cy="6867376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5"/>
          <p:cNvSpPr txBox="1">
            <a:spLocks noGrp="1"/>
          </p:cNvSpPr>
          <p:nvPr>
            <p:ph type="body" idx="1"/>
          </p:nvPr>
        </p:nvSpPr>
        <p:spPr>
          <a:xfrm>
            <a:off x="6353468" y="3260492"/>
            <a:ext cx="1152144" cy="768096"/>
          </a:xfrm>
          <a:prstGeom prst="rect">
            <a:avLst/>
          </a:prstGeom>
          <a:noFill/>
          <a:ln w="28575" cap="flat" cmpd="sng">
            <a:solidFill>
              <a:srgbClr val="9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F9F9"/>
              </a:buClr>
              <a:buSzPts val="2400"/>
              <a:buNone/>
              <a:defRPr sz="2400" cap="none">
                <a:solidFill>
                  <a:srgbClr val="C9F9F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58" name="Google Shape;158;p25"/>
          <p:cNvSpPr txBox="1">
            <a:spLocks noGrp="1"/>
          </p:cNvSpPr>
          <p:nvPr>
            <p:ph type="body" idx="3"/>
          </p:nvPr>
        </p:nvSpPr>
        <p:spPr>
          <a:xfrm>
            <a:off x="6353467" y="4773463"/>
            <a:ext cx="1152144" cy="768096"/>
          </a:xfrm>
          <a:prstGeom prst="rect">
            <a:avLst/>
          </a:prstGeom>
          <a:noFill/>
          <a:ln w="28575" cap="flat" cmpd="sng">
            <a:solidFill>
              <a:srgbClr val="9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F9F9"/>
              </a:buClr>
              <a:buSzPts val="2400"/>
              <a:buNone/>
              <a:defRPr sz="2400" cap="none">
                <a:solidFill>
                  <a:srgbClr val="C9F9F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25"/>
          <p:cNvSpPr txBox="1">
            <a:spLocks noGrp="1"/>
          </p:cNvSpPr>
          <p:nvPr>
            <p:ph type="body" idx="4"/>
          </p:nvPr>
        </p:nvSpPr>
        <p:spPr>
          <a:xfrm>
            <a:off x="7817970" y="1609772"/>
            <a:ext cx="3365003" cy="1171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25"/>
          <p:cNvSpPr txBox="1">
            <a:spLocks noGrp="1"/>
          </p:cNvSpPr>
          <p:nvPr>
            <p:ph type="body" idx="5"/>
          </p:nvPr>
        </p:nvSpPr>
        <p:spPr>
          <a:xfrm>
            <a:off x="6347375" y="1747520"/>
            <a:ext cx="1152144" cy="768096"/>
          </a:xfrm>
          <a:prstGeom prst="rect">
            <a:avLst/>
          </a:prstGeom>
          <a:noFill/>
          <a:ln w="28575" cap="flat" cmpd="sng">
            <a:solidFill>
              <a:srgbClr val="9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F9F9"/>
              </a:buClr>
              <a:buSzPts val="2400"/>
              <a:buNone/>
              <a:defRPr sz="2400" cap="none">
                <a:solidFill>
                  <a:srgbClr val="C9F9F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25"/>
          <p:cNvSpPr txBox="1">
            <a:spLocks noGrp="1"/>
          </p:cNvSpPr>
          <p:nvPr>
            <p:ph type="body" idx="6"/>
          </p:nvPr>
        </p:nvSpPr>
        <p:spPr>
          <a:xfrm>
            <a:off x="7817970" y="3129515"/>
            <a:ext cx="3365003" cy="117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25"/>
          <p:cNvSpPr txBox="1">
            <a:spLocks noGrp="1"/>
          </p:cNvSpPr>
          <p:nvPr>
            <p:ph type="body" idx="7"/>
          </p:nvPr>
        </p:nvSpPr>
        <p:spPr>
          <a:xfrm>
            <a:off x="7817970" y="4648156"/>
            <a:ext cx="3365003" cy="117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25"/>
          <p:cNvSpPr txBox="1">
            <a:spLocks noGrp="1"/>
          </p:cNvSpPr>
          <p:nvPr>
            <p:ph type="title"/>
          </p:nvPr>
        </p:nvSpPr>
        <p:spPr>
          <a:xfrm>
            <a:off x="6207016" y="746631"/>
            <a:ext cx="5184648" cy="46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Competition">
  <p:cSld name="Our Competition">
    <p:bg>
      <p:bgPr>
        <a:solidFill>
          <a:srgbClr val="171616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>
            <a:spLocks noGrp="1"/>
          </p:cNvSpPr>
          <p:nvPr>
            <p:ph type="pic" idx="2"/>
          </p:nvPr>
        </p:nvSpPr>
        <p:spPr>
          <a:xfrm rot="5400000" flipH="1">
            <a:off x="-2092961" y="2092960"/>
            <a:ext cx="6858002" cy="2672081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69" name="Google Shape;169;p26"/>
          <p:cNvSpPr txBox="1">
            <a:spLocks noGrp="1"/>
          </p:cNvSpPr>
          <p:nvPr>
            <p:ph type="body" idx="1"/>
          </p:nvPr>
        </p:nvSpPr>
        <p:spPr>
          <a:xfrm>
            <a:off x="2811826" y="2881982"/>
            <a:ext cx="3975054" cy="29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26"/>
          <p:cNvSpPr txBox="1">
            <a:spLocks noGrp="1"/>
          </p:cNvSpPr>
          <p:nvPr>
            <p:ph type="body" idx="3"/>
          </p:nvPr>
        </p:nvSpPr>
        <p:spPr>
          <a:xfrm>
            <a:off x="2811826" y="2502477"/>
            <a:ext cx="3975054" cy="426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26"/>
          <p:cNvSpPr txBox="1">
            <a:spLocks noGrp="1"/>
          </p:cNvSpPr>
          <p:nvPr>
            <p:ph type="body" idx="4"/>
          </p:nvPr>
        </p:nvSpPr>
        <p:spPr>
          <a:xfrm>
            <a:off x="7378746" y="2881982"/>
            <a:ext cx="3695653" cy="29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26"/>
          <p:cNvSpPr txBox="1">
            <a:spLocks noGrp="1"/>
          </p:cNvSpPr>
          <p:nvPr>
            <p:ph type="body" idx="5"/>
          </p:nvPr>
        </p:nvSpPr>
        <p:spPr>
          <a:xfrm>
            <a:off x="7378746" y="2502477"/>
            <a:ext cx="3695653" cy="426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26"/>
          <p:cNvSpPr txBox="1">
            <a:spLocks noGrp="1"/>
          </p:cNvSpPr>
          <p:nvPr>
            <p:ph type="title"/>
          </p:nvPr>
        </p:nvSpPr>
        <p:spPr>
          <a:xfrm>
            <a:off x="2796032" y="1649421"/>
            <a:ext cx="5184648" cy="46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Competition v2">
  <p:cSld name="Our Competition v2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D34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80" name="Google Shape;180;p27"/>
          <p:cNvSpPr txBox="1">
            <a:spLocks noGrp="1"/>
          </p:cNvSpPr>
          <p:nvPr>
            <p:ph type="body" idx="1"/>
          </p:nvPr>
        </p:nvSpPr>
        <p:spPr>
          <a:xfrm>
            <a:off x="5237839" y="1538273"/>
            <a:ext cx="1706965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27"/>
          <p:cNvSpPr txBox="1">
            <a:spLocks noGrp="1"/>
          </p:cNvSpPr>
          <p:nvPr>
            <p:ph type="body" idx="2"/>
          </p:nvPr>
        </p:nvSpPr>
        <p:spPr>
          <a:xfrm>
            <a:off x="5237839" y="5407116"/>
            <a:ext cx="1706965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2" name="Google Shape;182;p27"/>
          <p:cNvSpPr txBox="1">
            <a:spLocks noGrp="1"/>
          </p:cNvSpPr>
          <p:nvPr>
            <p:ph type="body" idx="3"/>
          </p:nvPr>
        </p:nvSpPr>
        <p:spPr>
          <a:xfrm>
            <a:off x="8441651" y="3467155"/>
            <a:ext cx="1380681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27"/>
          <p:cNvSpPr txBox="1">
            <a:spLocks noGrp="1"/>
          </p:cNvSpPr>
          <p:nvPr>
            <p:ph type="body" idx="4"/>
          </p:nvPr>
        </p:nvSpPr>
        <p:spPr>
          <a:xfrm>
            <a:off x="3744687" y="2307743"/>
            <a:ext cx="1183179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6C1F8"/>
              </a:buClr>
              <a:buSzPts val="1200"/>
              <a:buNone/>
              <a:defRPr sz="1200" cap="none">
                <a:solidFill>
                  <a:srgbClr val="B6C1F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27"/>
          <p:cNvSpPr txBox="1">
            <a:spLocks noGrp="1"/>
          </p:cNvSpPr>
          <p:nvPr>
            <p:ph type="body" idx="5"/>
          </p:nvPr>
        </p:nvSpPr>
        <p:spPr>
          <a:xfrm>
            <a:off x="4181179" y="4420460"/>
            <a:ext cx="1183179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4BCF7"/>
              </a:buClr>
              <a:buSzPts val="1200"/>
              <a:buNone/>
              <a:defRPr sz="1200" cap="none">
                <a:solidFill>
                  <a:srgbClr val="F4BCF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27"/>
          <p:cNvSpPr txBox="1">
            <a:spLocks noGrp="1"/>
          </p:cNvSpPr>
          <p:nvPr>
            <p:ph type="body" idx="6"/>
          </p:nvPr>
        </p:nvSpPr>
        <p:spPr>
          <a:xfrm>
            <a:off x="2643702" y="4552190"/>
            <a:ext cx="1183179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7F1FF"/>
              </a:buClr>
              <a:buSzPts val="1200"/>
              <a:buNone/>
              <a:defRPr sz="1200" cap="none">
                <a:solidFill>
                  <a:srgbClr val="97F1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6" name="Google Shape;186;p27"/>
          <p:cNvSpPr txBox="1">
            <a:spLocks noGrp="1"/>
          </p:cNvSpPr>
          <p:nvPr>
            <p:ph type="body" idx="7"/>
          </p:nvPr>
        </p:nvSpPr>
        <p:spPr>
          <a:xfrm>
            <a:off x="6400052" y="4120885"/>
            <a:ext cx="1183179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57EED"/>
              </a:buClr>
              <a:buSzPts val="1200"/>
              <a:buNone/>
              <a:defRPr sz="1200" cap="none">
                <a:solidFill>
                  <a:srgbClr val="E57EE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27"/>
          <p:cNvSpPr txBox="1">
            <a:spLocks noGrp="1"/>
          </p:cNvSpPr>
          <p:nvPr>
            <p:ph type="body" idx="8"/>
          </p:nvPr>
        </p:nvSpPr>
        <p:spPr>
          <a:xfrm>
            <a:off x="2545032" y="3467155"/>
            <a:ext cx="1209143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88" name="Google Shape;188;p27"/>
          <p:cNvCxnSpPr/>
          <p:nvPr/>
        </p:nvCxnSpPr>
        <p:spPr>
          <a:xfrm>
            <a:off x="3758002" y="3713168"/>
            <a:ext cx="4683649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9" name="Google Shape;189;p27"/>
          <p:cNvCxnSpPr/>
          <p:nvPr/>
        </p:nvCxnSpPr>
        <p:spPr>
          <a:xfrm rot="10800000" flipH="1">
            <a:off x="6091322" y="2030298"/>
            <a:ext cx="4678" cy="3376818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0" name="Google Shape;190;p27"/>
          <p:cNvSpPr txBox="1">
            <a:spLocks noGrp="1"/>
          </p:cNvSpPr>
          <p:nvPr>
            <p:ph type="body" idx="9"/>
          </p:nvPr>
        </p:nvSpPr>
        <p:spPr>
          <a:xfrm>
            <a:off x="6754219" y="2067508"/>
            <a:ext cx="1706965" cy="104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27"/>
          <p:cNvSpPr txBox="1">
            <a:spLocks noGrp="1"/>
          </p:cNvSpPr>
          <p:nvPr>
            <p:ph type="body" idx="13"/>
          </p:nvPr>
        </p:nvSpPr>
        <p:spPr>
          <a:xfrm>
            <a:off x="7860695" y="4820889"/>
            <a:ext cx="1183179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27"/>
          <p:cNvSpPr txBox="1">
            <a:spLocks noGrp="1"/>
          </p:cNvSpPr>
          <p:nvPr>
            <p:ph type="title"/>
          </p:nvPr>
        </p:nvSpPr>
        <p:spPr>
          <a:xfrm>
            <a:off x="794508" y="715939"/>
            <a:ext cx="486460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owth Strategy">
  <p:cSld name="Growth Strategy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98" name="Google Shape;198;p28"/>
          <p:cNvSpPr txBox="1">
            <a:spLocks noGrp="1"/>
          </p:cNvSpPr>
          <p:nvPr>
            <p:ph type="body" idx="1"/>
          </p:nvPr>
        </p:nvSpPr>
        <p:spPr>
          <a:xfrm>
            <a:off x="2452699" y="1592681"/>
            <a:ext cx="7306060" cy="39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28"/>
          <p:cNvSpPr txBox="1">
            <a:spLocks noGrp="1"/>
          </p:cNvSpPr>
          <p:nvPr>
            <p:ph type="body" idx="2"/>
          </p:nvPr>
        </p:nvSpPr>
        <p:spPr>
          <a:xfrm>
            <a:off x="1973698" y="3031460"/>
            <a:ext cx="1975104" cy="868680"/>
          </a:xfrm>
          <a:prstGeom prst="rect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28"/>
          <p:cNvSpPr txBox="1">
            <a:spLocks noGrp="1"/>
          </p:cNvSpPr>
          <p:nvPr>
            <p:ph type="body" idx="3"/>
          </p:nvPr>
        </p:nvSpPr>
        <p:spPr>
          <a:xfrm>
            <a:off x="5202976" y="3031460"/>
            <a:ext cx="1975104" cy="868680"/>
          </a:xfrm>
          <a:prstGeom prst="rect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28"/>
          <p:cNvSpPr txBox="1">
            <a:spLocks noGrp="1"/>
          </p:cNvSpPr>
          <p:nvPr>
            <p:ph type="body" idx="4"/>
          </p:nvPr>
        </p:nvSpPr>
        <p:spPr>
          <a:xfrm>
            <a:off x="8346652" y="3031460"/>
            <a:ext cx="1975104" cy="868680"/>
          </a:xfrm>
          <a:prstGeom prst="rect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28"/>
          <p:cNvSpPr txBox="1">
            <a:spLocks noGrp="1"/>
          </p:cNvSpPr>
          <p:nvPr>
            <p:ph type="body" idx="5"/>
          </p:nvPr>
        </p:nvSpPr>
        <p:spPr>
          <a:xfrm>
            <a:off x="1591695" y="4042386"/>
            <a:ext cx="2743200" cy="1148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3" name="Google Shape;203;p28"/>
          <p:cNvSpPr txBox="1">
            <a:spLocks noGrp="1"/>
          </p:cNvSpPr>
          <p:nvPr>
            <p:ph type="body" idx="6"/>
          </p:nvPr>
        </p:nvSpPr>
        <p:spPr>
          <a:xfrm>
            <a:off x="4820973" y="4042387"/>
            <a:ext cx="2743200" cy="1148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28"/>
          <p:cNvSpPr txBox="1">
            <a:spLocks noGrp="1"/>
          </p:cNvSpPr>
          <p:nvPr>
            <p:ph type="body" idx="7"/>
          </p:nvPr>
        </p:nvSpPr>
        <p:spPr>
          <a:xfrm>
            <a:off x="7964649" y="4042386"/>
            <a:ext cx="2743200" cy="1148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28"/>
          <p:cNvSpPr txBox="1">
            <a:spLocks noGrp="1"/>
          </p:cNvSpPr>
          <p:nvPr>
            <p:ph type="title"/>
          </p:nvPr>
        </p:nvSpPr>
        <p:spPr>
          <a:xfrm>
            <a:off x="2451534" y="989042"/>
            <a:ext cx="7287768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Year Action Plan">
  <p:cSld name="Two-Year Action Pla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211" name="Google Shape;211;p29"/>
          <p:cNvSpPr txBox="1">
            <a:spLocks noGrp="1"/>
          </p:cNvSpPr>
          <p:nvPr>
            <p:ph type="body" idx="1"/>
          </p:nvPr>
        </p:nvSpPr>
        <p:spPr>
          <a:xfrm>
            <a:off x="1712346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29"/>
          <p:cNvSpPr txBox="1">
            <a:spLocks noGrp="1"/>
          </p:cNvSpPr>
          <p:nvPr>
            <p:ph type="body" idx="2"/>
          </p:nvPr>
        </p:nvSpPr>
        <p:spPr>
          <a:xfrm>
            <a:off x="2501761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29"/>
          <p:cNvSpPr txBox="1">
            <a:spLocks noGrp="1"/>
          </p:cNvSpPr>
          <p:nvPr>
            <p:ph type="body" idx="3"/>
          </p:nvPr>
        </p:nvSpPr>
        <p:spPr>
          <a:xfrm>
            <a:off x="3291176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29"/>
          <p:cNvSpPr txBox="1">
            <a:spLocks noGrp="1"/>
          </p:cNvSpPr>
          <p:nvPr>
            <p:ph type="body" idx="4"/>
          </p:nvPr>
        </p:nvSpPr>
        <p:spPr>
          <a:xfrm>
            <a:off x="4080591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body" idx="5"/>
          </p:nvPr>
        </p:nvSpPr>
        <p:spPr>
          <a:xfrm>
            <a:off x="4810807" y="3170170"/>
            <a:ext cx="61531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body" idx="6"/>
          </p:nvPr>
        </p:nvSpPr>
        <p:spPr>
          <a:xfrm>
            <a:off x="5659421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body" idx="7"/>
          </p:nvPr>
        </p:nvSpPr>
        <p:spPr>
          <a:xfrm>
            <a:off x="6448836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29"/>
          <p:cNvSpPr txBox="1">
            <a:spLocks noGrp="1"/>
          </p:cNvSpPr>
          <p:nvPr>
            <p:ph type="body" idx="8"/>
          </p:nvPr>
        </p:nvSpPr>
        <p:spPr>
          <a:xfrm>
            <a:off x="7238251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29"/>
          <p:cNvSpPr txBox="1">
            <a:spLocks noGrp="1"/>
          </p:cNvSpPr>
          <p:nvPr>
            <p:ph type="body" idx="9"/>
          </p:nvPr>
        </p:nvSpPr>
        <p:spPr>
          <a:xfrm>
            <a:off x="8027666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body" idx="13"/>
          </p:nvPr>
        </p:nvSpPr>
        <p:spPr>
          <a:xfrm>
            <a:off x="8817081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p29"/>
          <p:cNvSpPr txBox="1">
            <a:spLocks noGrp="1"/>
          </p:cNvSpPr>
          <p:nvPr>
            <p:ph type="body" idx="14"/>
          </p:nvPr>
        </p:nvSpPr>
        <p:spPr>
          <a:xfrm>
            <a:off x="9606496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2" name="Google Shape;222;p29"/>
          <p:cNvSpPr txBox="1">
            <a:spLocks noGrp="1"/>
          </p:cNvSpPr>
          <p:nvPr>
            <p:ph type="body" idx="15"/>
          </p:nvPr>
        </p:nvSpPr>
        <p:spPr>
          <a:xfrm>
            <a:off x="10395907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3" name="Google Shape;223;p29"/>
          <p:cNvSpPr txBox="1">
            <a:spLocks noGrp="1"/>
          </p:cNvSpPr>
          <p:nvPr>
            <p:ph type="body" idx="16"/>
          </p:nvPr>
        </p:nvSpPr>
        <p:spPr>
          <a:xfrm>
            <a:off x="1712346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29"/>
          <p:cNvSpPr txBox="1">
            <a:spLocks noGrp="1"/>
          </p:cNvSpPr>
          <p:nvPr>
            <p:ph type="body" idx="17"/>
          </p:nvPr>
        </p:nvSpPr>
        <p:spPr>
          <a:xfrm>
            <a:off x="2501761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5" name="Google Shape;225;p29"/>
          <p:cNvSpPr txBox="1">
            <a:spLocks noGrp="1"/>
          </p:cNvSpPr>
          <p:nvPr>
            <p:ph type="body" idx="18"/>
          </p:nvPr>
        </p:nvSpPr>
        <p:spPr>
          <a:xfrm>
            <a:off x="3291176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6" name="Google Shape;226;p29"/>
          <p:cNvSpPr txBox="1">
            <a:spLocks noGrp="1"/>
          </p:cNvSpPr>
          <p:nvPr>
            <p:ph type="body" idx="19"/>
          </p:nvPr>
        </p:nvSpPr>
        <p:spPr>
          <a:xfrm>
            <a:off x="4080591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29"/>
          <p:cNvSpPr txBox="1">
            <a:spLocks noGrp="1"/>
          </p:cNvSpPr>
          <p:nvPr>
            <p:ph type="body" idx="20"/>
          </p:nvPr>
        </p:nvSpPr>
        <p:spPr>
          <a:xfrm>
            <a:off x="4810807" y="4871997"/>
            <a:ext cx="61531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29"/>
          <p:cNvSpPr txBox="1">
            <a:spLocks noGrp="1"/>
          </p:cNvSpPr>
          <p:nvPr>
            <p:ph type="body" idx="21"/>
          </p:nvPr>
        </p:nvSpPr>
        <p:spPr>
          <a:xfrm>
            <a:off x="5659421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9"/>
          <p:cNvSpPr txBox="1">
            <a:spLocks noGrp="1"/>
          </p:cNvSpPr>
          <p:nvPr>
            <p:ph type="body" idx="22"/>
          </p:nvPr>
        </p:nvSpPr>
        <p:spPr>
          <a:xfrm>
            <a:off x="6448836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body" idx="23"/>
          </p:nvPr>
        </p:nvSpPr>
        <p:spPr>
          <a:xfrm>
            <a:off x="7238251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29"/>
          <p:cNvSpPr txBox="1">
            <a:spLocks noGrp="1"/>
          </p:cNvSpPr>
          <p:nvPr>
            <p:ph type="body" idx="24"/>
          </p:nvPr>
        </p:nvSpPr>
        <p:spPr>
          <a:xfrm>
            <a:off x="8027666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29"/>
          <p:cNvSpPr txBox="1">
            <a:spLocks noGrp="1"/>
          </p:cNvSpPr>
          <p:nvPr>
            <p:ph type="body" idx="25"/>
          </p:nvPr>
        </p:nvSpPr>
        <p:spPr>
          <a:xfrm>
            <a:off x="8817081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29"/>
          <p:cNvSpPr txBox="1">
            <a:spLocks noGrp="1"/>
          </p:cNvSpPr>
          <p:nvPr>
            <p:ph type="body" idx="26"/>
          </p:nvPr>
        </p:nvSpPr>
        <p:spPr>
          <a:xfrm>
            <a:off x="9606496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29"/>
          <p:cNvSpPr txBox="1">
            <a:spLocks noGrp="1"/>
          </p:cNvSpPr>
          <p:nvPr>
            <p:ph type="body" idx="27"/>
          </p:nvPr>
        </p:nvSpPr>
        <p:spPr>
          <a:xfrm>
            <a:off x="10395907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5" name="Google Shape;235;p29"/>
          <p:cNvSpPr txBox="1">
            <a:spLocks noGrp="1"/>
          </p:cNvSpPr>
          <p:nvPr>
            <p:ph type="body" idx="28"/>
          </p:nvPr>
        </p:nvSpPr>
        <p:spPr>
          <a:xfrm>
            <a:off x="653772" y="2763180"/>
            <a:ext cx="1021001" cy="50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6" name="Google Shape;236;p29"/>
          <p:cNvSpPr txBox="1">
            <a:spLocks noGrp="1"/>
          </p:cNvSpPr>
          <p:nvPr>
            <p:ph type="body" idx="29"/>
          </p:nvPr>
        </p:nvSpPr>
        <p:spPr>
          <a:xfrm>
            <a:off x="653772" y="4449967"/>
            <a:ext cx="1021001" cy="50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" name="Google Shape;237;p29"/>
          <p:cNvSpPr txBox="1">
            <a:spLocks noGrp="1"/>
          </p:cNvSpPr>
          <p:nvPr>
            <p:ph type="body" idx="30"/>
          </p:nvPr>
        </p:nvSpPr>
        <p:spPr>
          <a:xfrm>
            <a:off x="2029367" y="2071320"/>
            <a:ext cx="1440088" cy="598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29"/>
          <p:cNvSpPr txBox="1">
            <a:spLocks noGrp="1"/>
          </p:cNvSpPr>
          <p:nvPr>
            <p:ph type="body" idx="31"/>
          </p:nvPr>
        </p:nvSpPr>
        <p:spPr>
          <a:xfrm>
            <a:off x="4397612" y="2071320"/>
            <a:ext cx="1440088" cy="598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29"/>
          <p:cNvSpPr txBox="1">
            <a:spLocks noGrp="1"/>
          </p:cNvSpPr>
          <p:nvPr>
            <p:ph type="body" idx="32"/>
          </p:nvPr>
        </p:nvSpPr>
        <p:spPr>
          <a:xfrm>
            <a:off x="8344687" y="2071320"/>
            <a:ext cx="1440088" cy="598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29"/>
          <p:cNvSpPr txBox="1">
            <a:spLocks noGrp="1"/>
          </p:cNvSpPr>
          <p:nvPr>
            <p:ph type="body" idx="33"/>
          </p:nvPr>
        </p:nvSpPr>
        <p:spPr>
          <a:xfrm>
            <a:off x="2029367" y="3862599"/>
            <a:ext cx="1440088" cy="549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1" name="Google Shape;241;p29"/>
          <p:cNvSpPr txBox="1">
            <a:spLocks noGrp="1"/>
          </p:cNvSpPr>
          <p:nvPr>
            <p:ph type="body" idx="34"/>
          </p:nvPr>
        </p:nvSpPr>
        <p:spPr>
          <a:xfrm>
            <a:off x="5976442" y="3862599"/>
            <a:ext cx="1440088" cy="549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2" name="Google Shape;242;p29"/>
          <p:cNvSpPr txBox="1">
            <a:spLocks noGrp="1"/>
          </p:cNvSpPr>
          <p:nvPr>
            <p:ph type="body" idx="35"/>
          </p:nvPr>
        </p:nvSpPr>
        <p:spPr>
          <a:xfrm>
            <a:off x="9923517" y="3862599"/>
            <a:ext cx="1440088" cy="549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3" name="Google Shape;243;p29"/>
          <p:cNvSpPr txBox="1">
            <a:spLocks noGrp="1"/>
          </p:cNvSpPr>
          <p:nvPr>
            <p:ph type="title"/>
          </p:nvPr>
        </p:nvSpPr>
        <p:spPr>
          <a:xfrm>
            <a:off x="2451534" y="989042"/>
            <a:ext cx="7287768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ncials">
  <p:cSld name="Financials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0"/>
          <p:cNvSpPr>
            <a:spLocks noGrp="1"/>
          </p:cNvSpPr>
          <p:nvPr>
            <p:ph type="pic" idx="2"/>
          </p:nvPr>
        </p:nvSpPr>
        <p:spPr>
          <a:xfrm>
            <a:off x="7179732" y="0"/>
            <a:ext cx="5012268" cy="6867376"/>
          </a:xfrm>
          <a:prstGeom prst="rect">
            <a:avLst/>
          </a:prstGeom>
          <a:noFill/>
          <a:ln>
            <a:noFill/>
          </a:ln>
        </p:spPr>
      </p:sp>
      <p:sp>
        <p:nvSpPr>
          <p:cNvPr id="247" name="Google Shape;247;p30"/>
          <p:cNvSpPr>
            <a:spLocks noGrp="1"/>
          </p:cNvSpPr>
          <p:nvPr>
            <p:ph type="pic" idx="3"/>
          </p:nvPr>
        </p:nvSpPr>
        <p:spPr>
          <a:xfrm>
            <a:off x="7179732" y="0"/>
            <a:ext cx="5012267" cy="6867376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251" name="Google Shape;251;p30"/>
          <p:cNvSpPr txBox="1">
            <a:spLocks noGrp="1"/>
          </p:cNvSpPr>
          <p:nvPr>
            <p:ph type="title"/>
          </p:nvPr>
        </p:nvSpPr>
        <p:spPr>
          <a:xfrm>
            <a:off x="793750" y="715939"/>
            <a:ext cx="486460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30"/>
          <p:cNvSpPr txBox="1">
            <a:spLocks noGrp="1"/>
          </p:cNvSpPr>
          <p:nvPr>
            <p:ph type="body" idx="1"/>
          </p:nvPr>
        </p:nvSpPr>
        <p:spPr>
          <a:xfrm>
            <a:off x="793750" y="1238250"/>
            <a:ext cx="5422392" cy="459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et The Team">
  <p:cSld name="Meet The Team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258" name="Google Shape;258;p31"/>
          <p:cNvSpPr/>
          <p:nvPr/>
        </p:nvSpPr>
        <p:spPr>
          <a:xfrm>
            <a:off x="739302" y="739302"/>
            <a:ext cx="10713396" cy="5379396"/>
          </a:xfrm>
          <a:prstGeom prst="rect">
            <a:avLst/>
          </a:prstGeom>
          <a:solidFill>
            <a:schemeClr val="lt2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1"/>
          <p:cNvSpPr>
            <a:spLocks noGrp="1"/>
          </p:cNvSpPr>
          <p:nvPr>
            <p:ph type="pic" idx="2"/>
          </p:nvPr>
        </p:nvSpPr>
        <p:spPr>
          <a:xfrm>
            <a:off x="1803737" y="2804053"/>
            <a:ext cx="1487419" cy="1498417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31"/>
          <p:cNvSpPr txBox="1">
            <a:spLocks noGrp="1"/>
          </p:cNvSpPr>
          <p:nvPr>
            <p:ph type="body" idx="1"/>
          </p:nvPr>
        </p:nvSpPr>
        <p:spPr>
          <a:xfrm>
            <a:off x="1488239" y="4570546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1" name="Google Shape;261;p31"/>
          <p:cNvSpPr txBox="1">
            <a:spLocks noGrp="1"/>
          </p:cNvSpPr>
          <p:nvPr>
            <p:ph type="body" idx="3"/>
          </p:nvPr>
        </p:nvSpPr>
        <p:spPr>
          <a:xfrm>
            <a:off x="1488239" y="4886780"/>
            <a:ext cx="2118414" cy="53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2" name="Google Shape;262;p31"/>
          <p:cNvSpPr>
            <a:spLocks noGrp="1"/>
          </p:cNvSpPr>
          <p:nvPr>
            <p:ph type="pic" idx="4"/>
          </p:nvPr>
        </p:nvSpPr>
        <p:spPr>
          <a:xfrm>
            <a:off x="4175961" y="2804053"/>
            <a:ext cx="1487419" cy="1498417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31"/>
          <p:cNvSpPr>
            <a:spLocks noGrp="1"/>
          </p:cNvSpPr>
          <p:nvPr>
            <p:ph type="pic" idx="5"/>
          </p:nvPr>
        </p:nvSpPr>
        <p:spPr>
          <a:xfrm>
            <a:off x="6548185" y="2804053"/>
            <a:ext cx="1487419" cy="1498417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31"/>
          <p:cNvSpPr>
            <a:spLocks noGrp="1"/>
          </p:cNvSpPr>
          <p:nvPr>
            <p:ph type="pic" idx="6"/>
          </p:nvPr>
        </p:nvSpPr>
        <p:spPr>
          <a:xfrm>
            <a:off x="8920409" y="2804053"/>
            <a:ext cx="1487419" cy="1498417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31"/>
          <p:cNvSpPr txBox="1">
            <a:spLocks noGrp="1"/>
          </p:cNvSpPr>
          <p:nvPr>
            <p:ph type="body" idx="7"/>
          </p:nvPr>
        </p:nvSpPr>
        <p:spPr>
          <a:xfrm>
            <a:off x="3860463" y="4570546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6" name="Google Shape;266;p31"/>
          <p:cNvSpPr txBox="1">
            <a:spLocks noGrp="1"/>
          </p:cNvSpPr>
          <p:nvPr>
            <p:ph type="body" idx="8"/>
          </p:nvPr>
        </p:nvSpPr>
        <p:spPr>
          <a:xfrm>
            <a:off x="3860463" y="4886780"/>
            <a:ext cx="2118414" cy="53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7" name="Google Shape;267;p31"/>
          <p:cNvSpPr txBox="1">
            <a:spLocks noGrp="1"/>
          </p:cNvSpPr>
          <p:nvPr>
            <p:ph type="body" idx="9"/>
          </p:nvPr>
        </p:nvSpPr>
        <p:spPr>
          <a:xfrm>
            <a:off x="6232687" y="4570546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8" name="Google Shape;268;p31"/>
          <p:cNvSpPr txBox="1">
            <a:spLocks noGrp="1"/>
          </p:cNvSpPr>
          <p:nvPr>
            <p:ph type="body" idx="13"/>
          </p:nvPr>
        </p:nvSpPr>
        <p:spPr>
          <a:xfrm>
            <a:off x="6232687" y="4886780"/>
            <a:ext cx="2118414" cy="53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9" name="Google Shape;269;p31"/>
          <p:cNvSpPr txBox="1">
            <a:spLocks noGrp="1"/>
          </p:cNvSpPr>
          <p:nvPr>
            <p:ph type="body" idx="14"/>
          </p:nvPr>
        </p:nvSpPr>
        <p:spPr>
          <a:xfrm>
            <a:off x="8604911" y="4570546"/>
            <a:ext cx="2118415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0" name="Google Shape;270;p31"/>
          <p:cNvSpPr txBox="1">
            <a:spLocks noGrp="1"/>
          </p:cNvSpPr>
          <p:nvPr>
            <p:ph type="body" idx="15"/>
          </p:nvPr>
        </p:nvSpPr>
        <p:spPr>
          <a:xfrm>
            <a:off x="8604911" y="4886780"/>
            <a:ext cx="2118415" cy="53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1" name="Google Shape;271;p31"/>
          <p:cNvSpPr/>
          <p:nvPr/>
        </p:nvSpPr>
        <p:spPr>
          <a:xfrm>
            <a:off x="1686323" y="2684612"/>
            <a:ext cx="1722246" cy="1737299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1"/>
          <p:cNvSpPr/>
          <p:nvPr/>
        </p:nvSpPr>
        <p:spPr>
          <a:xfrm>
            <a:off x="4058547" y="2684612"/>
            <a:ext cx="1722246" cy="1737299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1"/>
          <p:cNvSpPr/>
          <p:nvPr/>
        </p:nvSpPr>
        <p:spPr>
          <a:xfrm>
            <a:off x="6430771" y="2684612"/>
            <a:ext cx="1722246" cy="1737299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1"/>
          <p:cNvSpPr/>
          <p:nvPr/>
        </p:nvSpPr>
        <p:spPr>
          <a:xfrm>
            <a:off x="8802995" y="2684612"/>
            <a:ext cx="1722246" cy="1737299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1"/>
          <p:cNvSpPr txBox="1">
            <a:spLocks noGrp="1"/>
          </p:cNvSpPr>
          <p:nvPr>
            <p:ph type="title"/>
          </p:nvPr>
        </p:nvSpPr>
        <p:spPr>
          <a:xfrm>
            <a:off x="2452698" y="1566777"/>
            <a:ext cx="7286604" cy="63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 Full Team">
  <p:cSld name="The Full Team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281" name="Google Shape;281;p32"/>
          <p:cNvSpPr/>
          <p:nvPr/>
        </p:nvSpPr>
        <p:spPr>
          <a:xfrm>
            <a:off x="739302" y="739302"/>
            <a:ext cx="10713396" cy="5379396"/>
          </a:xfrm>
          <a:prstGeom prst="rect">
            <a:avLst/>
          </a:prstGeom>
          <a:solidFill>
            <a:schemeClr val="lt2">
              <a:alpha val="8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2"/>
          <p:cNvSpPr txBox="1">
            <a:spLocks noGrp="1"/>
          </p:cNvSpPr>
          <p:nvPr>
            <p:ph type="body" idx="1"/>
          </p:nvPr>
        </p:nvSpPr>
        <p:spPr>
          <a:xfrm>
            <a:off x="1418477" y="5098599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3" name="Google Shape;283;p32"/>
          <p:cNvSpPr txBox="1">
            <a:spLocks noGrp="1"/>
          </p:cNvSpPr>
          <p:nvPr>
            <p:ph type="body" idx="2"/>
          </p:nvPr>
        </p:nvSpPr>
        <p:spPr>
          <a:xfrm>
            <a:off x="1418477" y="5414833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4" name="Google Shape;284;p32"/>
          <p:cNvSpPr txBox="1">
            <a:spLocks noGrp="1"/>
          </p:cNvSpPr>
          <p:nvPr>
            <p:ph type="body" idx="3"/>
          </p:nvPr>
        </p:nvSpPr>
        <p:spPr>
          <a:xfrm>
            <a:off x="3839016" y="5098599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5" name="Google Shape;285;p32"/>
          <p:cNvSpPr txBox="1">
            <a:spLocks noGrp="1"/>
          </p:cNvSpPr>
          <p:nvPr>
            <p:ph type="body" idx="4"/>
          </p:nvPr>
        </p:nvSpPr>
        <p:spPr>
          <a:xfrm>
            <a:off x="3839016" y="5414833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32"/>
          <p:cNvSpPr txBox="1">
            <a:spLocks noGrp="1"/>
          </p:cNvSpPr>
          <p:nvPr>
            <p:ph type="body" idx="5"/>
          </p:nvPr>
        </p:nvSpPr>
        <p:spPr>
          <a:xfrm>
            <a:off x="6259555" y="5098599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32"/>
          <p:cNvSpPr txBox="1">
            <a:spLocks noGrp="1"/>
          </p:cNvSpPr>
          <p:nvPr>
            <p:ph type="body" idx="6"/>
          </p:nvPr>
        </p:nvSpPr>
        <p:spPr>
          <a:xfrm>
            <a:off x="6259555" y="5414833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8" name="Google Shape;288;p32"/>
          <p:cNvSpPr txBox="1">
            <a:spLocks noGrp="1"/>
          </p:cNvSpPr>
          <p:nvPr>
            <p:ph type="body" idx="7"/>
          </p:nvPr>
        </p:nvSpPr>
        <p:spPr>
          <a:xfrm>
            <a:off x="8680094" y="5098599"/>
            <a:ext cx="2118415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9" name="Google Shape;289;p32"/>
          <p:cNvSpPr txBox="1">
            <a:spLocks noGrp="1"/>
          </p:cNvSpPr>
          <p:nvPr>
            <p:ph type="body" idx="8"/>
          </p:nvPr>
        </p:nvSpPr>
        <p:spPr>
          <a:xfrm>
            <a:off x="8680094" y="5414833"/>
            <a:ext cx="2118415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0" name="Google Shape;290;p32"/>
          <p:cNvSpPr>
            <a:spLocks noGrp="1"/>
          </p:cNvSpPr>
          <p:nvPr>
            <p:ph type="pic" idx="9"/>
          </p:nvPr>
        </p:nvSpPr>
        <p:spPr>
          <a:xfrm>
            <a:off x="2002390" y="2327255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291" name="Google Shape;291;p32"/>
          <p:cNvSpPr txBox="1">
            <a:spLocks noGrp="1"/>
          </p:cNvSpPr>
          <p:nvPr>
            <p:ph type="body" idx="13"/>
          </p:nvPr>
        </p:nvSpPr>
        <p:spPr>
          <a:xfrm>
            <a:off x="1418477" y="3263610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2" name="Google Shape;292;p32"/>
          <p:cNvSpPr txBox="1">
            <a:spLocks noGrp="1"/>
          </p:cNvSpPr>
          <p:nvPr>
            <p:ph type="body" idx="14"/>
          </p:nvPr>
        </p:nvSpPr>
        <p:spPr>
          <a:xfrm>
            <a:off x="1418477" y="3579845"/>
            <a:ext cx="2118414" cy="39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3" name="Google Shape;293;p32"/>
          <p:cNvSpPr txBox="1">
            <a:spLocks noGrp="1"/>
          </p:cNvSpPr>
          <p:nvPr>
            <p:ph type="body" idx="15"/>
          </p:nvPr>
        </p:nvSpPr>
        <p:spPr>
          <a:xfrm>
            <a:off x="3839016" y="3263610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4" name="Google Shape;294;p32"/>
          <p:cNvSpPr txBox="1">
            <a:spLocks noGrp="1"/>
          </p:cNvSpPr>
          <p:nvPr>
            <p:ph type="body" idx="16"/>
          </p:nvPr>
        </p:nvSpPr>
        <p:spPr>
          <a:xfrm>
            <a:off x="3839016" y="3579845"/>
            <a:ext cx="2118414" cy="39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5" name="Google Shape;295;p32"/>
          <p:cNvSpPr txBox="1">
            <a:spLocks noGrp="1"/>
          </p:cNvSpPr>
          <p:nvPr>
            <p:ph type="body" idx="17"/>
          </p:nvPr>
        </p:nvSpPr>
        <p:spPr>
          <a:xfrm>
            <a:off x="6259555" y="3263610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6" name="Google Shape;296;p32"/>
          <p:cNvSpPr txBox="1">
            <a:spLocks noGrp="1"/>
          </p:cNvSpPr>
          <p:nvPr>
            <p:ph type="body" idx="18"/>
          </p:nvPr>
        </p:nvSpPr>
        <p:spPr>
          <a:xfrm>
            <a:off x="6259555" y="3579845"/>
            <a:ext cx="2118414" cy="39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7" name="Google Shape;297;p32"/>
          <p:cNvSpPr txBox="1">
            <a:spLocks noGrp="1"/>
          </p:cNvSpPr>
          <p:nvPr>
            <p:ph type="body" idx="19"/>
          </p:nvPr>
        </p:nvSpPr>
        <p:spPr>
          <a:xfrm>
            <a:off x="8680094" y="3263610"/>
            <a:ext cx="2118415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20"/>
          </p:nvPr>
        </p:nvSpPr>
        <p:spPr>
          <a:xfrm>
            <a:off x="8680094" y="3579845"/>
            <a:ext cx="2118415" cy="39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9" name="Google Shape;299;p32"/>
          <p:cNvSpPr/>
          <p:nvPr/>
        </p:nvSpPr>
        <p:spPr>
          <a:xfrm>
            <a:off x="1947081" y="2272648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2"/>
          <p:cNvSpPr>
            <a:spLocks noGrp="1"/>
          </p:cNvSpPr>
          <p:nvPr>
            <p:ph type="pic" idx="21"/>
          </p:nvPr>
        </p:nvSpPr>
        <p:spPr>
          <a:xfrm>
            <a:off x="2002390" y="4154796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32"/>
          <p:cNvSpPr/>
          <p:nvPr/>
        </p:nvSpPr>
        <p:spPr>
          <a:xfrm>
            <a:off x="1947081" y="4100189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2"/>
          <p:cNvSpPr>
            <a:spLocks noGrp="1"/>
          </p:cNvSpPr>
          <p:nvPr>
            <p:ph type="pic" idx="22"/>
          </p:nvPr>
        </p:nvSpPr>
        <p:spPr>
          <a:xfrm>
            <a:off x="4422929" y="2319234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32"/>
          <p:cNvSpPr/>
          <p:nvPr/>
        </p:nvSpPr>
        <p:spPr>
          <a:xfrm>
            <a:off x="4367620" y="2264627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2"/>
          <p:cNvSpPr>
            <a:spLocks noGrp="1"/>
          </p:cNvSpPr>
          <p:nvPr>
            <p:ph type="pic" idx="23"/>
          </p:nvPr>
        </p:nvSpPr>
        <p:spPr>
          <a:xfrm>
            <a:off x="4422929" y="4146775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32"/>
          <p:cNvSpPr/>
          <p:nvPr/>
        </p:nvSpPr>
        <p:spPr>
          <a:xfrm>
            <a:off x="4367620" y="4092168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2"/>
          <p:cNvSpPr>
            <a:spLocks noGrp="1"/>
          </p:cNvSpPr>
          <p:nvPr>
            <p:ph type="pic" idx="24"/>
          </p:nvPr>
        </p:nvSpPr>
        <p:spPr>
          <a:xfrm>
            <a:off x="6843468" y="2323944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32"/>
          <p:cNvSpPr/>
          <p:nvPr/>
        </p:nvSpPr>
        <p:spPr>
          <a:xfrm>
            <a:off x="6788159" y="2269337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2"/>
          <p:cNvSpPr>
            <a:spLocks noGrp="1"/>
          </p:cNvSpPr>
          <p:nvPr>
            <p:ph type="pic" idx="25"/>
          </p:nvPr>
        </p:nvSpPr>
        <p:spPr>
          <a:xfrm>
            <a:off x="6843468" y="4151485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2"/>
          <p:cNvSpPr/>
          <p:nvPr/>
        </p:nvSpPr>
        <p:spPr>
          <a:xfrm>
            <a:off x="6788159" y="4096878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2"/>
          <p:cNvSpPr>
            <a:spLocks noGrp="1"/>
          </p:cNvSpPr>
          <p:nvPr>
            <p:ph type="pic" idx="26"/>
          </p:nvPr>
        </p:nvSpPr>
        <p:spPr>
          <a:xfrm>
            <a:off x="9264007" y="2315923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32"/>
          <p:cNvSpPr/>
          <p:nvPr/>
        </p:nvSpPr>
        <p:spPr>
          <a:xfrm>
            <a:off x="9208698" y="2261316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2"/>
          <p:cNvSpPr>
            <a:spLocks noGrp="1"/>
          </p:cNvSpPr>
          <p:nvPr>
            <p:ph type="pic" idx="27"/>
          </p:nvPr>
        </p:nvSpPr>
        <p:spPr>
          <a:xfrm>
            <a:off x="9264007" y="4143464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2"/>
          <p:cNvSpPr/>
          <p:nvPr/>
        </p:nvSpPr>
        <p:spPr>
          <a:xfrm>
            <a:off x="9208698" y="4088857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2"/>
          <p:cNvSpPr txBox="1">
            <a:spLocks noGrp="1"/>
          </p:cNvSpPr>
          <p:nvPr>
            <p:ph type="title"/>
          </p:nvPr>
        </p:nvSpPr>
        <p:spPr>
          <a:xfrm>
            <a:off x="2452698" y="1187753"/>
            <a:ext cx="7286604" cy="63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nding">
  <p:cSld name="Funding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320" name="Google Shape;320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D34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3"/>
          <p:cNvSpPr txBox="1">
            <a:spLocks noGrp="1"/>
          </p:cNvSpPr>
          <p:nvPr>
            <p:ph type="body" idx="1"/>
          </p:nvPr>
        </p:nvSpPr>
        <p:spPr>
          <a:xfrm>
            <a:off x="900511" y="4114240"/>
            <a:ext cx="2382386" cy="61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2" name="Google Shape;322;p33"/>
          <p:cNvSpPr txBox="1">
            <a:spLocks noGrp="1"/>
          </p:cNvSpPr>
          <p:nvPr>
            <p:ph type="body" idx="2"/>
          </p:nvPr>
        </p:nvSpPr>
        <p:spPr>
          <a:xfrm>
            <a:off x="900511" y="4733168"/>
            <a:ext cx="2382386" cy="85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3" name="Google Shape;323;p33"/>
          <p:cNvSpPr txBox="1">
            <a:spLocks noGrp="1"/>
          </p:cNvSpPr>
          <p:nvPr>
            <p:ph type="body" idx="3"/>
          </p:nvPr>
        </p:nvSpPr>
        <p:spPr>
          <a:xfrm>
            <a:off x="3584039" y="4114240"/>
            <a:ext cx="2382386" cy="61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7D80"/>
              </a:buClr>
              <a:buSzPts val="1600"/>
              <a:buNone/>
              <a:defRPr sz="1600" cap="none">
                <a:solidFill>
                  <a:srgbClr val="F87D8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4" name="Google Shape;324;p33"/>
          <p:cNvSpPr txBox="1">
            <a:spLocks noGrp="1"/>
          </p:cNvSpPr>
          <p:nvPr>
            <p:ph type="body" idx="4"/>
          </p:nvPr>
        </p:nvSpPr>
        <p:spPr>
          <a:xfrm>
            <a:off x="3584039" y="4733168"/>
            <a:ext cx="2382386" cy="85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5" name="Google Shape;325;p33"/>
          <p:cNvSpPr txBox="1">
            <a:spLocks noGrp="1"/>
          </p:cNvSpPr>
          <p:nvPr>
            <p:ph type="body" idx="5"/>
          </p:nvPr>
        </p:nvSpPr>
        <p:spPr>
          <a:xfrm>
            <a:off x="6267567" y="4114240"/>
            <a:ext cx="2382386" cy="61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6" name="Google Shape;326;p33"/>
          <p:cNvSpPr txBox="1">
            <a:spLocks noGrp="1"/>
          </p:cNvSpPr>
          <p:nvPr>
            <p:ph type="body" idx="6"/>
          </p:nvPr>
        </p:nvSpPr>
        <p:spPr>
          <a:xfrm>
            <a:off x="6267567" y="4733168"/>
            <a:ext cx="2382386" cy="85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7" name="Google Shape;327;p33"/>
          <p:cNvSpPr txBox="1">
            <a:spLocks noGrp="1"/>
          </p:cNvSpPr>
          <p:nvPr>
            <p:ph type="body" idx="7"/>
          </p:nvPr>
        </p:nvSpPr>
        <p:spPr>
          <a:xfrm>
            <a:off x="8951094" y="4114240"/>
            <a:ext cx="2382386" cy="61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6C1F8"/>
              </a:buClr>
              <a:buSzPts val="1600"/>
              <a:buNone/>
              <a:defRPr sz="1600" cap="none">
                <a:solidFill>
                  <a:srgbClr val="B6C1F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8" name="Google Shape;328;p33"/>
          <p:cNvSpPr txBox="1">
            <a:spLocks noGrp="1"/>
          </p:cNvSpPr>
          <p:nvPr>
            <p:ph type="body" idx="8"/>
          </p:nvPr>
        </p:nvSpPr>
        <p:spPr>
          <a:xfrm>
            <a:off x="8951094" y="4733168"/>
            <a:ext cx="2382386" cy="85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9" name="Google Shape;329;p33"/>
          <p:cNvSpPr txBox="1">
            <a:spLocks noGrp="1"/>
          </p:cNvSpPr>
          <p:nvPr>
            <p:ph type="body" idx="9"/>
          </p:nvPr>
        </p:nvSpPr>
        <p:spPr>
          <a:xfrm>
            <a:off x="1285758" y="2399173"/>
            <a:ext cx="1611892" cy="115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body" idx="13"/>
          </p:nvPr>
        </p:nvSpPr>
        <p:spPr>
          <a:xfrm>
            <a:off x="6652814" y="2399173"/>
            <a:ext cx="1611892" cy="115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1" name="Google Shape;331;p33"/>
          <p:cNvSpPr txBox="1">
            <a:spLocks noGrp="1"/>
          </p:cNvSpPr>
          <p:nvPr>
            <p:ph type="body" idx="14"/>
          </p:nvPr>
        </p:nvSpPr>
        <p:spPr>
          <a:xfrm>
            <a:off x="9336341" y="2399173"/>
            <a:ext cx="1611892" cy="115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B6C1F8"/>
              </a:buClr>
              <a:buSzPts val="2800"/>
              <a:buNone/>
              <a:defRPr sz="2800" cap="none">
                <a:solidFill>
                  <a:srgbClr val="B6C1F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body" idx="15"/>
          </p:nvPr>
        </p:nvSpPr>
        <p:spPr>
          <a:xfrm>
            <a:off x="3969286" y="2399173"/>
            <a:ext cx="1611892" cy="115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F87D80"/>
              </a:buClr>
              <a:buSzPts val="2800"/>
              <a:buNone/>
              <a:defRPr sz="2800" cap="none">
                <a:solidFill>
                  <a:srgbClr val="F87D8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title"/>
          </p:nvPr>
        </p:nvSpPr>
        <p:spPr>
          <a:xfrm>
            <a:off x="793750" y="715939"/>
            <a:ext cx="486460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">
  <p:cSld name="Summary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339" name="Google Shape;339;p34"/>
          <p:cNvSpPr txBox="1">
            <a:spLocks noGrp="1"/>
          </p:cNvSpPr>
          <p:nvPr>
            <p:ph type="title"/>
          </p:nvPr>
        </p:nvSpPr>
        <p:spPr>
          <a:xfrm>
            <a:off x="0" y="1353381"/>
            <a:ext cx="5622878" cy="4151236"/>
          </a:xfrm>
          <a:prstGeom prst="rect">
            <a:avLst/>
          </a:prstGeom>
          <a:solidFill>
            <a:schemeClr val="accent3">
              <a:alpha val="89803"/>
            </a:schemeClr>
          </a:solidFill>
          <a:ln>
            <a:noFill/>
          </a:ln>
        </p:spPr>
        <p:txBody>
          <a:bodyPr spcFirstLastPara="1" wrap="square" lIns="649200" tIns="749800" rIns="91425" bIns="45700" anchor="t" anchorCtr="0">
            <a:no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34"/>
          <p:cNvSpPr txBox="1">
            <a:spLocks noGrp="1"/>
          </p:cNvSpPr>
          <p:nvPr>
            <p:ph type="body" idx="1"/>
          </p:nvPr>
        </p:nvSpPr>
        <p:spPr>
          <a:xfrm>
            <a:off x="577993" y="2689071"/>
            <a:ext cx="4567209" cy="221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bg>
      <p:bgPr>
        <a:solidFill>
          <a:schemeClr val="dk1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5"/>
          <p:cNvSpPr>
            <a:spLocks noGrp="1"/>
          </p:cNvSpPr>
          <p:nvPr>
            <p:ph type="pic" idx="2"/>
          </p:nvPr>
        </p:nvSpPr>
        <p:spPr>
          <a:xfrm flipH="1">
            <a:off x="0" y="0"/>
            <a:ext cx="81534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35"/>
          <p:cNvSpPr txBox="1">
            <a:spLocks noGrp="1"/>
          </p:cNvSpPr>
          <p:nvPr>
            <p:ph type="body" idx="1"/>
          </p:nvPr>
        </p:nvSpPr>
        <p:spPr>
          <a:xfrm>
            <a:off x="7465112" y="2326705"/>
            <a:ext cx="4114592" cy="221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4" name="Google Shape;344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347" name="Google Shape;347;p35"/>
          <p:cNvSpPr txBox="1">
            <a:spLocks noGrp="1"/>
          </p:cNvSpPr>
          <p:nvPr>
            <p:ph type="title"/>
          </p:nvPr>
        </p:nvSpPr>
        <p:spPr>
          <a:xfrm>
            <a:off x="7452360" y="1728566"/>
            <a:ext cx="4127344" cy="72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7FFE5B-C2CA-473D-8FCA-B26579CCB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FF4BA3E-4135-4F80-B1C8-C84CDF7C54A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752100" y="739303"/>
            <a:ext cx="6825035" cy="53793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AABB7-A562-4A3F-9DDF-2CE3D13726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2977" y="1663435"/>
            <a:ext cx="5869021" cy="2003898"/>
          </a:xfrm>
          <a:solidFill>
            <a:schemeClr val="accent2">
              <a:alpha val="80000"/>
            </a:schemeClr>
          </a:solidFill>
        </p:spPr>
        <p:txBody>
          <a:bodyPr lIns="557784" tIns="530352" anchor="t">
            <a:noAutofit/>
          </a:bodyPr>
          <a:lstStyle>
            <a:lvl1pPr algn="l">
              <a:lnSpc>
                <a:spcPct val="80000"/>
              </a:lnSpc>
              <a:defRPr sz="5400" cap="all" spc="400" baseline="0">
                <a:ln w="19050">
                  <a:solidFill>
                    <a:schemeClr val="accent5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15807FE-36E0-49EF-93A4-5B9AD83871B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2159" y="2878246"/>
            <a:ext cx="4925188" cy="339247"/>
          </a:xfrm>
        </p:spPr>
        <p:txBody>
          <a:bodyPr>
            <a:noAutofit/>
          </a:bodyPr>
          <a:lstStyle>
            <a:lvl1pPr marL="0" indent="0" algn="l">
              <a:buNone/>
              <a:defRPr sz="2400" spc="100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</p:spTree>
    <p:extLst>
      <p:ext uri="{BB962C8B-B14F-4D97-AF65-F5344CB8AC3E}">
        <p14:creationId xmlns:p14="http://schemas.microsoft.com/office/powerpoint/2010/main" val="14999803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r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D91600-3E99-42F4-85C2-60F442CD5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2" name="Content Placeholder 8">
            <a:extLst>
              <a:ext uri="{FF2B5EF4-FFF2-40B4-BE49-F238E27FC236}">
                <a16:creationId xmlns:a16="http://schemas.microsoft.com/office/drawing/2014/main" id="{30B4BBA3-2E4B-4AF2-8A2B-92DD019631E8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266428" y="2782888"/>
            <a:ext cx="4992567" cy="34369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460CAC-F6F8-43F8-93F5-188B790DEE6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52699" y="1592681"/>
            <a:ext cx="7306060" cy="3934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68D310-58F4-4A10-A286-9B42AECFD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י"ד/ניסן/תשפ"ו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868E10-EEA7-4017-B7CA-17B5EB23C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B014CA-8BED-467C-AC80-6DC5B3DDC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78" name="Text Placeholder 14">
            <a:extLst>
              <a:ext uri="{FF2B5EF4-FFF2-40B4-BE49-F238E27FC236}">
                <a16:creationId xmlns:a16="http://schemas.microsoft.com/office/drawing/2014/main" id="{2C4E099A-EEE4-40B4-B9B5-32A5A981F95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05410" y="2333977"/>
            <a:ext cx="5007023" cy="4487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6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9" name="Text Placeholder 14">
            <a:extLst>
              <a:ext uri="{FF2B5EF4-FFF2-40B4-BE49-F238E27FC236}">
                <a16:creationId xmlns:a16="http://schemas.microsoft.com/office/drawing/2014/main" id="{51338F1A-6EF2-4AA5-9EE8-628C9D57C27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9569" y="2339781"/>
            <a:ext cx="4993148" cy="4487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6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F744EAD-73E9-49F3-9CA4-9A344EB625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1534" y="989042"/>
            <a:ext cx="7287768" cy="630936"/>
          </a:xfrm>
        </p:spPr>
        <p:txBody>
          <a:bodyPr anchor="t">
            <a:noAutofit/>
          </a:bodyPr>
          <a:lstStyle>
            <a:lvl1pPr algn="ctr"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B4710E-545B-4940-B69A-359188335AD3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919283" y="2782888"/>
            <a:ext cx="4992567" cy="34369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040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4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  <p:sldLayoutId id="2147483673" r:id="rId20"/>
    <p:sldLayoutId id="2147483677" r:id="rId21"/>
    <p:sldLayoutId id="214748367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1">
            <a:extLst>
              <a:ext uri="{FF2B5EF4-FFF2-40B4-BE49-F238E27FC236}">
                <a16:creationId xmlns:a16="http://schemas.microsoft.com/office/drawing/2014/main" id="{C3A72DFD-CB56-8F1D-BDB1-B73D5073A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4360" y="1509322"/>
            <a:ext cx="7630272" cy="1919678"/>
          </a:xfrm>
        </p:spPr>
        <p:txBody>
          <a:bodyPr/>
          <a:lstStyle/>
          <a:p>
            <a:pPr algn="ctr"/>
            <a:r>
              <a:rPr lang="he-IL" dirty="0">
                <a:ln w="38100">
                  <a:solidFill>
                    <a:schemeClr val="bg1"/>
                  </a:solidFill>
                </a:ln>
              </a:rPr>
              <a:t>מסלול </a:t>
            </a:r>
            <a:r>
              <a:rPr lang="en-US" dirty="0">
                <a:ln w="38100">
                  <a:solidFill>
                    <a:schemeClr val="bg1"/>
                  </a:solidFill>
                </a:ln>
              </a:rPr>
              <a:t>AI</a:t>
            </a:r>
            <a:r>
              <a:rPr lang="he-IL" dirty="0">
                <a:ln w="38100">
                  <a:solidFill>
                    <a:schemeClr val="bg1"/>
                  </a:solidFill>
                </a:ln>
              </a:rPr>
              <a:t> בתיכונים</a:t>
            </a:r>
            <a:br>
              <a:rPr lang="he-IL" dirty="0">
                <a:ln w="38100">
                  <a:solidFill>
                    <a:schemeClr val="bg1"/>
                  </a:solidFill>
                </a:ln>
              </a:rPr>
            </a:br>
            <a:endParaRPr lang="he-IL" dirty="0">
              <a:ln w="38100">
                <a:solidFill>
                  <a:schemeClr val="bg1"/>
                </a:solidFill>
              </a:ln>
            </a:endParaRPr>
          </a:p>
        </p:txBody>
      </p:sp>
      <p:sp>
        <p:nvSpPr>
          <p:cNvPr id="4" name="כותרת 1">
            <a:extLst>
              <a:ext uri="{FF2B5EF4-FFF2-40B4-BE49-F238E27FC236}">
                <a16:creationId xmlns:a16="http://schemas.microsoft.com/office/drawing/2014/main" id="{91054F1D-8690-4E8B-45E6-23D9425DE072}"/>
              </a:ext>
            </a:extLst>
          </p:cNvPr>
          <p:cNvSpPr txBox="1">
            <a:spLocks/>
          </p:cNvSpPr>
          <p:nvPr/>
        </p:nvSpPr>
        <p:spPr>
          <a:xfrm>
            <a:off x="2474360" y="3547030"/>
            <a:ext cx="7630272" cy="1521554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txBody>
          <a:bodyPr spcFirstLastPara="1" wrap="square" lIns="557784" tIns="530352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5400" b="0" i="0" u="none" strike="noStrike" cap="all" spc="400" baseline="0">
                <a:ln w="19050">
                  <a:solidFill>
                    <a:schemeClr val="accent5"/>
                  </a:solidFill>
                </a:ln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he-IL" sz="3600" dirty="0">
                <a:ln w="19050">
                  <a:solidFill>
                    <a:schemeClr val="bg1"/>
                  </a:solidFill>
                </a:ln>
              </a:rPr>
              <a:t>אריאל בר-יצחק</a:t>
            </a:r>
          </a:p>
        </p:txBody>
      </p:sp>
    </p:spTree>
    <p:extLst>
      <p:ext uri="{BB962C8B-B14F-4D97-AF65-F5344CB8AC3E}">
        <p14:creationId xmlns:p14="http://schemas.microsoft.com/office/powerpoint/2010/main" val="4288837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ציין מיקום טקסט 7">
            <a:extLst>
              <a:ext uri="{FF2B5EF4-FFF2-40B4-BE49-F238E27FC236}">
                <a16:creationId xmlns:a16="http://schemas.microsoft.com/office/drawing/2014/main" id="{CF3F9CF4-954D-BD01-F340-F02A5768D86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999151" y="3886928"/>
            <a:ext cx="5192849" cy="448769"/>
          </a:xfrm>
          <a:solidFill>
            <a:schemeClr val="accent2"/>
          </a:solidFill>
        </p:spPr>
        <p:txBody>
          <a:bodyPr>
            <a:normAutofit fontScale="55000" lnSpcReduction="20000"/>
          </a:bodyPr>
          <a:lstStyle/>
          <a:p>
            <a:r>
              <a:rPr lang="he-IL" sz="3800" dirty="0"/>
              <a:t>תוכנית לימודים כיתה י (3 </a:t>
            </a:r>
            <a:r>
              <a:rPr lang="he-IL" sz="3800" dirty="0" err="1"/>
              <a:t>ש"ש</a:t>
            </a:r>
            <a:r>
              <a:rPr lang="he-IL" sz="3800" dirty="0"/>
              <a:t>)</a:t>
            </a:r>
            <a:endParaRPr lang="he-IL" sz="3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he-IL" dirty="0"/>
          </a:p>
        </p:txBody>
      </p:sp>
      <p:sp>
        <p:nvSpPr>
          <p:cNvPr id="3" name="כותרת 2">
            <a:extLst>
              <a:ext uri="{FF2B5EF4-FFF2-40B4-BE49-F238E27FC236}">
                <a16:creationId xmlns:a16="http://schemas.microsoft.com/office/drawing/2014/main" id="{6D3DBE66-C610-9BB3-D204-5F6EA125B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9152" y="2152650"/>
            <a:ext cx="5192848" cy="1619978"/>
          </a:xfrm>
          <a:solidFill>
            <a:schemeClr val="accent2"/>
          </a:solidFill>
          <a:ln>
            <a:noFill/>
          </a:ln>
        </p:spPr>
        <p:txBody>
          <a:bodyPr anchor="ctr"/>
          <a:lstStyle/>
          <a:p>
            <a:r>
              <a:rPr lang="he-IL" dirty="0">
                <a:ln w="19050">
                  <a:solidFill>
                    <a:schemeClr val="tx2"/>
                  </a:solidFill>
                </a:ln>
                <a:solidFill>
                  <a:schemeClr val="accent2"/>
                </a:solidFill>
              </a:rPr>
              <a:t>תוכנית לימודים יחידה שלישית</a:t>
            </a:r>
            <a:br>
              <a:rPr lang="he-IL" sz="2400" dirty="0">
                <a:ln w="19050">
                  <a:solidFill>
                    <a:schemeClr val="tx2"/>
                  </a:solidFill>
                </a:ln>
                <a:solidFill>
                  <a:schemeClr val="accent2"/>
                </a:solidFill>
              </a:rPr>
            </a:br>
            <a:r>
              <a:rPr lang="en-US" dirty="0">
                <a:ln w="19050">
                  <a:solidFill>
                    <a:schemeClr val="tx2"/>
                  </a:solidFill>
                </a:ln>
                <a:solidFill>
                  <a:schemeClr val="accent2"/>
                </a:solidFill>
              </a:rPr>
              <a:t>Structured Data</a:t>
            </a:r>
            <a:endParaRPr lang="he-IL" sz="2400" dirty="0">
              <a:ln w="19050">
                <a:solidFill>
                  <a:schemeClr val="tx2"/>
                </a:solidFill>
              </a:ln>
              <a:solidFill>
                <a:schemeClr val="accent2"/>
              </a:solidFill>
            </a:endParaRPr>
          </a:p>
        </p:txBody>
      </p:sp>
      <p:sp>
        <p:nvSpPr>
          <p:cNvPr id="10" name="מציין מיקום תוכן 9">
            <a:extLst>
              <a:ext uri="{FF2B5EF4-FFF2-40B4-BE49-F238E27FC236}">
                <a16:creationId xmlns:a16="http://schemas.microsoft.com/office/drawing/2014/main" id="{E0853336-783D-01ED-9FC7-74EEBA70BE6D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575399" y="1666875"/>
            <a:ext cx="6069150" cy="3524250"/>
          </a:xfrm>
          <a:noFill/>
        </p:spPr>
        <p:txBody>
          <a:bodyPr>
            <a:normAutofit fontScale="92500" lnSpcReduction="10000"/>
          </a:bodyPr>
          <a:lstStyle/>
          <a:p>
            <a:pPr marL="6858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dirty="0"/>
              <a:t>הכנה + ויזואליזציה של נתונים</a:t>
            </a:r>
          </a:p>
          <a:p>
            <a:pPr marL="6858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dirty="0"/>
              <a:t>אלגוריתם </a:t>
            </a:r>
            <a:r>
              <a:rPr lang="en-US" dirty="0"/>
              <a:t>KNN</a:t>
            </a:r>
            <a:r>
              <a:rPr lang="he-IL" dirty="0"/>
              <a:t> כבסיס</a:t>
            </a:r>
          </a:p>
          <a:p>
            <a:pPr marL="6858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/>
              <a:t>SVM, Linear regression</a:t>
            </a:r>
            <a:endParaRPr lang="he-IL" dirty="0"/>
          </a:p>
          <a:p>
            <a:pPr marL="6858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dirty="0"/>
              <a:t>חקר פרמטרים</a:t>
            </a:r>
          </a:p>
          <a:p>
            <a:pPr marL="6858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dirty="0"/>
              <a:t>מדדי ביצוע</a:t>
            </a:r>
          </a:p>
          <a:p>
            <a:pPr marL="6858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/>
              <a:t>פרויקט גמר (מבחן פנימי)</a:t>
            </a:r>
          </a:p>
          <a:p>
            <a:pPr marL="6858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/>
              <a:t>תוכנית מודולרית שניתן להתאימה לקבוצות ברמות שונות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35860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6EE38-E8CB-BDF7-B6AA-F7D5043BF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ציין מיקום טקסט 7">
            <a:extLst>
              <a:ext uri="{FF2B5EF4-FFF2-40B4-BE49-F238E27FC236}">
                <a16:creationId xmlns:a16="http://schemas.microsoft.com/office/drawing/2014/main" id="{FEDDB85B-B279-1376-2093-D92A1CE2B40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999151" y="3886928"/>
            <a:ext cx="5192849" cy="448769"/>
          </a:xfrm>
          <a:solidFill>
            <a:schemeClr val="accent2"/>
          </a:solidFill>
        </p:spPr>
        <p:txBody>
          <a:bodyPr>
            <a:normAutofit fontScale="55000" lnSpcReduction="20000"/>
          </a:bodyPr>
          <a:lstStyle/>
          <a:p>
            <a:r>
              <a:rPr lang="he-IL" sz="3800" dirty="0"/>
              <a:t>תוכנית לימודים כיתה יא (3 </a:t>
            </a:r>
            <a:r>
              <a:rPr lang="he-IL" sz="3800" dirty="0" err="1"/>
              <a:t>ש"ש</a:t>
            </a:r>
            <a:r>
              <a:rPr lang="he-IL" sz="3800" dirty="0"/>
              <a:t>)</a:t>
            </a:r>
            <a:endParaRPr lang="he-IL" sz="3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he-IL" dirty="0"/>
          </a:p>
        </p:txBody>
      </p:sp>
      <p:sp>
        <p:nvSpPr>
          <p:cNvPr id="3" name="כותרת 2">
            <a:extLst>
              <a:ext uri="{FF2B5EF4-FFF2-40B4-BE49-F238E27FC236}">
                <a16:creationId xmlns:a16="http://schemas.microsoft.com/office/drawing/2014/main" id="{16B66E0B-FB70-8BD2-AD68-A6D9FF8B4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9152" y="2152650"/>
            <a:ext cx="5192848" cy="1619978"/>
          </a:xfrm>
          <a:solidFill>
            <a:schemeClr val="accent2"/>
          </a:solidFill>
          <a:ln>
            <a:noFill/>
          </a:ln>
        </p:spPr>
        <p:txBody>
          <a:bodyPr anchor="ctr"/>
          <a:lstStyle/>
          <a:p>
            <a:r>
              <a:rPr lang="he-IL" dirty="0">
                <a:ln w="19050">
                  <a:solidFill>
                    <a:schemeClr val="tx2"/>
                  </a:solidFill>
                </a:ln>
                <a:solidFill>
                  <a:schemeClr val="accent2"/>
                </a:solidFill>
              </a:rPr>
              <a:t>תוכנית לימודים יחידה חמישית </a:t>
            </a:r>
            <a:br>
              <a:rPr lang="en-US" dirty="0">
                <a:ln w="19050">
                  <a:solidFill>
                    <a:schemeClr val="tx2"/>
                  </a:solidFill>
                </a:ln>
                <a:solidFill>
                  <a:schemeClr val="accent2"/>
                </a:solidFill>
              </a:rPr>
            </a:br>
            <a:r>
              <a:rPr lang="he-IL" dirty="0">
                <a:ln w="19050">
                  <a:solidFill>
                    <a:schemeClr val="tx2"/>
                  </a:solidFill>
                </a:ln>
                <a:solidFill>
                  <a:schemeClr val="accent2"/>
                </a:solidFill>
              </a:rPr>
              <a:t>מבחן בגרות עיוני בכתב</a:t>
            </a:r>
            <a:endParaRPr lang="he-IL" sz="2400" dirty="0">
              <a:ln w="19050">
                <a:solidFill>
                  <a:schemeClr val="tx2"/>
                </a:solidFill>
              </a:ln>
              <a:solidFill>
                <a:schemeClr val="accent2"/>
              </a:solidFill>
            </a:endParaRPr>
          </a:p>
        </p:txBody>
      </p:sp>
      <p:sp>
        <p:nvSpPr>
          <p:cNvPr id="10" name="מציין מיקום תוכן 9">
            <a:extLst>
              <a:ext uri="{FF2B5EF4-FFF2-40B4-BE49-F238E27FC236}">
                <a16:creationId xmlns:a16="http://schemas.microsoft.com/office/drawing/2014/main" id="{FF9DE005-2970-C455-C544-8264BB9B449D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575399" y="1666875"/>
            <a:ext cx="6069150" cy="3524250"/>
          </a:xfrm>
          <a:noFill/>
        </p:spPr>
        <p:txBody>
          <a:bodyPr>
            <a:normAutofit/>
          </a:bodyPr>
          <a:lstStyle/>
          <a:p>
            <a:pPr marL="6858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dirty="0"/>
              <a:t>בסיס מתמטי </a:t>
            </a:r>
            <a:r>
              <a:rPr lang="en-US" dirty="0"/>
              <a:t>Vectors in Rn</a:t>
            </a:r>
            <a:endParaRPr lang="he-IL" dirty="0"/>
          </a:p>
          <a:p>
            <a:pPr marL="6858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dirty="0"/>
              <a:t>סטטיסטיקה והסתברות</a:t>
            </a:r>
          </a:p>
          <a:p>
            <a:pPr marL="6858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/>
              <a:t>EDA</a:t>
            </a:r>
          </a:p>
          <a:p>
            <a:pPr marL="6858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/>
              <a:t>Clustering</a:t>
            </a:r>
          </a:p>
          <a:p>
            <a:pPr marL="6858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dirty="0"/>
              <a:t>אלגוריתמים מבוססי מרחק</a:t>
            </a:r>
          </a:p>
          <a:p>
            <a:pPr marL="6858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dirty="0"/>
              <a:t>מדדי ביצוע </a:t>
            </a:r>
            <a:r>
              <a:rPr lang="he-IL"/>
              <a:t>וחקר פרמטרים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960250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ציין מיקום טקסט 7">
            <a:extLst>
              <a:ext uri="{FF2B5EF4-FFF2-40B4-BE49-F238E27FC236}">
                <a16:creationId xmlns:a16="http://schemas.microsoft.com/office/drawing/2014/main" id="{CF3F9CF4-954D-BD01-F340-F02A5768D86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999151" y="3886928"/>
            <a:ext cx="5192849" cy="448769"/>
          </a:xfrm>
          <a:solidFill>
            <a:schemeClr val="accent2"/>
          </a:solidFill>
        </p:spPr>
        <p:txBody>
          <a:bodyPr>
            <a:normAutofit fontScale="55000" lnSpcReduction="20000"/>
          </a:bodyPr>
          <a:lstStyle/>
          <a:p>
            <a:r>
              <a:rPr lang="he-IL" sz="3800" dirty="0"/>
              <a:t>תוכנית לימודים כיתה יא (4 </a:t>
            </a:r>
            <a:r>
              <a:rPr lang="he-IL" sz="3800" dirty="0" err="1"/>
              <a:t>ש"ש</a:t>
            </a:r>
            <a:r>
              <a:rPr lang="he-IL" sz="3800" dirty="0"/>
              <a:t>)</a:t>
            </a:r>
            <a:endParaRPr lang="he-IL" sz="3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he-IL" dirty="0"/>
          </a:p>
        </p:txBody>
      </p:sp>
      <p:sp>
        <p:nvSpPr>
          <p:cNvPr id="3" name="כותרת 2">
            <a:extLst>
              <a:ext uri="{FF2B5EF4-FFF2-40B4-BE49-F238E27FC236}">
                <a16:creationId xmlns:a16="http://schemas.microsoft.com/office/drawing/2014/main" id="{6D3DBE66-C610-9BB3-D204-5F6EA125B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9152" y="2152650"/>
            <a:ext cx="5192848" cy="1619978"/>
          </a:xfrm>
          <a:solidFill>
            <a:schemeClr val="accent2"/>
          </a:solidFill>
          <a:ln>
            <a:noFill/>
          </a:ln>
        </p:spPr>
        <p:txBody>
          <a:bodyPr anchor="ctr"/>
          <a:lstStyle/>
          <a:p>
            <a:r>
              <a:rPr lang="he-IL" dirty="0">
                <a:ln w="19050">
                  <a:solidFill>
                    <a:schemeClr val="tx2"/>
                  </a:solidFill>
                </a:ln>
                <a:solidFill>
                  <a:schemeClr val="accent2"/>
                </a:solidFill>
              </a:rPr>
              <a:t>תוכנית לימודים הנדסת תוכנה</a:t>
            </a:r>
            <a:br>
              <a:rPr lang="he-IL" dirty="0">
                <a:ln w="19050">
                  <a:solidFill>
                    <a:schemeClr val="tx2"/>
                  </a:solidFill>
                </a:ln>
                <a:solidFill>
                  <a:schemeClr val="accent2"/>
                </a:solidFill>
              </a:rPr>
            </a:br>
            <a:r>
              <a:rPr lang="en-US" dirty="0">
                <a:ln w="19050">
                  <a:solidFill>
                    <a:schemeClr val="tx2"/>
                  </a:solidFill>
                </a:ln>
                <a:solidFill>
                  <a:schemeClr val="accent2"/>
                </a:solidFill>
              </a:rPr>
              <a:t>Unstructured Data</a:t>
            </a:r>
            <a:endParaRPr lang="he-IL" sz="2400" dirty="0">
              <a:ln w="19050">
                <a:solidFill>
                  <a:schemeClr val="tx2"/>
                </a:solidFill>
              </a:ln>
              <a:solidFill>
                <a:schemeClr val="accent2"/>
              </a:solidFill>
            </a:endParaRPr>
          </a:p>
        </p:txBody>
      </p:sp>
      <p:sp>
        <p:nvSpPr>
          <p:cNvPr id="10" name="מציין מיקום תוכן 9">
            <a:extLst>
              <a:ext uri="{FF2B5EF4-FFF2-40B4-BE49-F238E27FC236}">
                <a16:creationId xmlns:a16="http://schemas.microsoft.com/office/drawing/2014/main" id="{E0853336-783D-01ED-9FC7-74EEBA70BE6D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575399" y="1666875"/>
            <a:ext cx="6069150" cy="3524250"/>
          </a:xfrm>
          <a:noFill/>
        </p:spPr>
        <p:txBody>
          <a:bodyPr>
            <a:normAutofit fontScale="92500" lnSpcReduction="20000"/>
          </a:bodyPr>
          <a:lstStyle/>
          <a:p>
            <a:pPr marL="6858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dirty="0"/>
              <a:t>תשתית מתמטית</a:t>
            </a:r>
          </a:p>
          <a:p>
            <a:pPr marL="6858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dirty="0"/>
              <a:t>רגרסיה לינארית</a:t>
            </a:r>
          </a:p>
          <a:p>
            <a:pPr marL="6858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dirty="0"/>
              <a:t>מדדי ביצוע</a:t>
            </a:r>
          </a:p>
          <a:p>
            <a:pPr marL="6858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dirty="0"/>
              <a:t>רגרסיה לוגיסטית </a:t>
            </a:r>
          </a:p>
          <a:p>
            <a:pPr marL="6858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dirty="0"/>
              <a:t>רשת רדודה </a:t>
            </a:r>
          </a:p>
          <a:p>
            <a:pPr marL="6858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dirty="0"/>
              <a:t>רשת עמוקה </a:t>
            </a:r>
          </a:p>
          <a:p>
            <a:pPr marL="6858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dirty="0"/>
              <a:t>ריבוי מחלקות</a:t>
            </a:r>
          </a:p>
          <a:p>
            <a:pPr marL="6858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dirty="0"/>
              <a:t>נושאים מתקדמים</a:t>
            </a:r>
          </a:p>
        </p:txBody>
      </p:sp>
    </p:spTree>
    <p:extLst>
      <p:ext uri="{BB962C8B-B14F-4D97-AF65-F5344CB8AC3E}">
        <p14:creationId xmlns:p14="http://schemas.microsoft.com/office/powerpoint/2010/main" val="3560103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ציין מיקום טקסט 7">
            <a:extLst>
              <a:ext uri="{FF2B5EF4-FFF2-40B4-BE49-F238E27FC236}">
                <a16:creationId xmlns:a16="http://schemas.microsoft.com/office/drawing/2014/main" id="{CF3F9CF4-954D-BD01-F340-F02A5768D86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999151" y="3886928"/>
            <a:ext cx="5192849" cy="448769"/>
          </a:xfrm>
          <a:solidFill>
            <a:schemeClr val="accent2"/>
          </a:solidFill>
        </p:spPr>
        <p:txBody>
          <a:bodyPr>
            <a:normAutofit fontScale="55000" lnSpcReduction="20000"/>
          </a:bodyPr>
          <a:lstStyle/>
          <a:p>
            <a:r>
              <a:rPr lang="he-IL" sz="3800" dirty="0"/>
              <a:t>תוכנית לימודים כיתה </a:t>
            </a:r>
            <a:r>
              <a:rPr lang="he-IL" sz="3800" dirty="0" err="1"/>
              <a:t>יב</a:t>
            </a:r>
            <a:r>
              <a:rPr lang="he-IL" sz="3800" dirty="0"/>
              <a:t> (11 </a:t>
            </a:r>
            <a:r>
              <a:rPr lang="he-IL" sz="3800" dirty="0" err="1"/>
              <a:t>ש"ש</a:t>
            </a:r>
            <a:r>
              <a:rPr lang="he-IL" sz="3800" dirty="0"/>
              <a:t>)</a:t>
            </a:r>
            <a:endParaRPr lang="he-IL" sz="3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he-IL" dirty="0"/>
          </a:p>
        </p:txBody>
      </p:sp>
      <p:sp>
        <p:nvSpPr>
          <p:cNvPr id="3" name="כותרת 2">
            <a:extLst>
              <a:ext uri="{FF2B5EF4-FFF2-40B4-BE49-F238E27FC236}">
                <a16:creationId xmlns:a16="http://schemas.microsoft.com/office/drawing/2014/main" id="{6D3DBE66-C610-9BB3-D204-5F6EA125B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9152" y="2152650"/>
            <a:ext cx="5192848" cy="1619978"/>
          </a:xfrm>
          <a:solidFill>
            <a:schemeClr val="accent2"/>
          </a:solidFill>
          <a:ln>
            <a:noFill/>
          </a:ln>
        </p:spPr>
        <p:txBody>
          <a:bodyPr anchor="ctr"/>
          <a:lstStyle/>
          <a:p>
            <a:r>
              <a:rPr lang="he-IL" dirty="0">
                <a:ln w="19050">
                  <a:solidFill>
                    <a:schemeClr val="tx2"/>
                  </a:solidFill>
                </a:ln>
                <a:solidFill>
                  <a:schemeClr val="accent2"/>
                </a:solidFill>
              </a:rPr>
              <a:t>תוכנית לימודים הנדסת תוכנה</a:t>
            </a:r>
            <a:br>
              <a:rPr lang="he-IL" dirty="0">
                <a:ln w="19050">
                  <a:solidFill>
                    <a:schemeClr val="tx2"/>
                  </a:solidFill>
                </a:ln>
                <a:solidFill>
                  <a:schemeClr val="accent2"/>
                </a:solidFill>
              </a:rPr>
            </a:br>
            <a:r>
              <a:rPr lang="en-US" dirty="0">
                <a:ln w="19050">
                  <a:solidFill>
                    <a:schemeClr val="tx2"/>
                  </a:solidFill>
                </a:ln>
                <a:solidFill>
                  <a:schemeClr val="accent2"/>
                </a:solidFill>
              </a:rPr>
              <a:t>Unstructured Data</a:t>
            </a:r>
            <a:endParaRPr lang="he-IL" sz="2400" dirty="0">
              <a:ln w="19050">
                <a:solidFill>
                  <a:schemeClr val="tx2"/>
                </a:solidFill>
              </a:ln>
              <a:solidFill>
                <a:schemeClr val="accent2"/>
              </a:solidFill>
            </a:endParaRPr>
          </a:p>
        </p:txBody>
      </p:sp>
      <p:sp>
        <p:nvSpPr>
          <p:cNvPr id="10" name="מציין מיקום תוכן 9">
            <a:extLst>
              <a:ext uri="{FF2B5EF4-FFF2-40B4-BE49-F238E27FC236}">
                <a16:creationId xmlns:a16="http://schemas.microsoft.com/office/drawing/2014/main" id="{E0853336-783D-01ED-9FC7-74EEBA70BE6D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575399" y="1666875"/>
            <a:ext cx="6069150" cy="3524250"/>
          </a:xfrm>
          <a:noFill/>
        </p:spPr>
        <p:txBody>
          <a:bodyPr>
            <a:normAutofit/>
          </a:bodyPr>
          <a:lstStyle/>
          <a:p>
            <a:pPr marL="6858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/>
              <a:t>Tensorflow &amp; </a:t>
            </a:r>
            <a:r>
              <a:rPr lang="en-US" dirty="0" err="1"/>
              <a:t>Keras</a:t>
            </a:r>
            <a:endParaRPr lang="en-US" dirty="0"/>
          </a:p>
          <a:p>
            <a:pPr marL="6858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dirty="0"/>
              <a:t>רשתות </a:t>
            </a:r>
            <a:r>
              <a:rPr lang="he-IL" dirty="0" err="1"/>
              <a:t>קונבולוציה</a:t>
            </a:r>
            <a:r>
              <a:rPr lang="he-IL" dirty="0"/>
              <a:t> וטיפול בתמונות</a:t>
            </a:r>
          </a:p>
          <a:p>
            <a:pPr marL="6858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dirty="0"/>
              <a:t>רשתות סדרתיות וטיפול בטקסטים</a:t>
            </a:r>
          </a:p>
          <a:p>
            <a:pPr marL="6858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dirty="0" err="1"/>
              <a:t>לוקליצזיה</a:t>
            </a:r>
            <a:endParaRPr lang="he-IL" dirty="0"/>
          </a:p>
          <a:p>
            <a:pPr marL="6858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 dirty="0"/>
              <a:t>אפליקציה </a:t>
            </a:r>
            <a:r>
              <a:rPr lang="en-US" dirty="0"/>
              <a:t>GUI</a:t>
            </a:r>
          </a:p>
          <a:p>
            <a:pPr marL="6858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e-IL"/>
              <a:t>פרויקט גמר (מבחן פנימי + חיצוני)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954062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תמונה 14">
            <a:extLst>
              <a:ext uri="{FF2B5EF4-FFF2-40B4-BE49-F238E27FC236}">
                <a16:creationId xmlns:a16="http://schemas.microsoft.com/office/drawing/2014/main" id="{09EECD8B-897B-23BB-0926-BF589B8DFF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r="1569" b="1992"/>
          <a:stretch/>
        </p:blipFill>
        <p:spPr>
          <a:xfrm>
            <a:off x="541083" y="739303"/>
            <a:ext cx="7220342" cy="4799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52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2B16A-D29B-148D-6610-4B77BA567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D2E1F75D-08F9-3C18-AD0E-489A43821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165" y="811911"/>
            <a:ext cx="5284996" cy="523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178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9" descr="תמונה שמכילה חץ&#10;&#10;התיאור נוצר באופן אוטומטי"/>
          <p:cNvPicPr preferRelativeResize="0">
            <a:picLocks noGrp="1"/>
          </p:cNvPicPr>
          <p:nvPr>
            <p:ph type="body" idx="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287733" y="1375522"/>
            <a:ext cx="7616535" cy="4106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ch pitch deck">
  <a:themeElements>
    <a:clrScheme name="Custom 2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A1380"/>
      </a:accent1>
      <a:accent2>
        <a:srgbClr val="0C1A69"/>
      </a:accent2>
      <a:accent3>
        <a:srgbClr val="F4292E"/>
      </a:accent3>
      <a:accent4>
        <a:srgbClr val="FD49C1"/>
      </a:accent4>
      <a:accent5>
        <a:srgbClr val="15C7C7"/>
      </a:accent5>
      <a:accent6>
        <a:srgbClr val="02DCFA"/>
      </a:accent6>
      <a:hlink>
        <a:srgbClr val="0563C1"/>
      </a:hlink>
      <a:folHlink>
        <a:srgbClr val="954F72"/>
      </a:folHlink>
    </a:clrScheme>
    <a:fontScheme name="רוביק 1">
      <a:majorFont>
        <a:latin typeface="Calibri"/>
        <a:ea typeface=""/>
        <a:cs typeface="Rubik"/>
      </a:majorFont>
      <a:minorFont>
        <a:latin typeface="Calibri"/>
        <a:ea typeface=""/>
        <a:cs typeface="Rubik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2098</TotalTime>
  <Words>151</Words>
  <Application>Microsoft Office PowerPoint</Application>
  <PresentationFormat>מסך רחב</PresentationFormat>
  <Paragraphs>37</Paragraphs>
  <Slides>8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3" baseType="lpstr">
      <vt:lpstr>Arial</vt:lpstr>
      <vt:lpstr>Posterama</vt:lpstr>
      <vt:lpstr>Calibri</vt:lpstr>
      <vt:lpstr>Courier New</vt:lpstr>
      <vt:lpstr>Tech pitch deck</vt:lpstr>
      <vt:lpstr>מסלול AI בתיכונים </vt:lpstr>
      <vt:lpstr>תוכנית לימודים יחידה שלישית Structured Data</vt:lpstr>
      <vt:lpstr>תוכנית לימודים יחידה חמישית  מבחן בגרות עיוני בכתב</vt:lpstr>
      <vt:lpstr>תוכנית לימודים הנדסת תוכנה Unstructured Data</vt:lpstr>
      <vt:lpstr>תוכנית לימודים הנדסת תוכנה Unstructured Data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אריאל בר-יצחק</dc:creator>
  <cp:lastModifiedBy>אריאל דוד בר יצחק</cp:lastModifiedBy>
  <cp:revision>53</cp:revision>
  <dcterms:created xsi:type="dcterms:W3CDTF">2022-11-16T18:03:32Z</dcterms:created>
  <dcterms:modified xsi:type="dcterms:W3CDTF">2026-04-01T15:25:51Z</dcterms:modified>
</cp:coreProperties>
</file>