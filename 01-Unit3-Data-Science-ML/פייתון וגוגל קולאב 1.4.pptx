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22" r:id="rId1"/>
  </p:sldMasterIdLst>
  <p:notesMasterIdLst>
    <p:notesMasterId r:id="rId10"/>
  </p:notesMasterIdLst>
  <p:sldIdLst>
    <p:sldId id="338" r:id="rId2"/>
    <p:sldId id="342" r:id="rId3"/>
    <p:sldId id="344" r:id="rId4"/>
    <p:sldId id="345" r:id="rId5"/>
    <p:sldId id="340" r:id="rId6"/>
    <p:sldId id="346" r:id="rId7"/>
    <p:sldId id="341" r:id="rId8"/>
    <p:sldId id="3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97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9A0CEE9-31E4-463F-9175-B5F87301F851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D8FED08-349D-45D4-83BF-8F48482435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375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0555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DE7B39C0-4F6E-CC1A-7755-66EFFA9A9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>
            <a:extLst>
              <a:ext uri="{FF2B5EF4-FFF2-40B4-BE49-F238E27FC236}">
                <a16:creationId xmlns:a16="http://schemas.microsoft.com/office/drawing/2014/main" id="{2366B84C-3D2A-5CF5-8C35-8C46F3DC3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>
            <a:extLst>
              <a:ext uri="{FF2B5EF4-FFF2-40B4-BE49-F238E27FC236}">
                <a16:creationId xmlns:a16="http://schemas.microsoft.com/office/drawing/2014/main" id="{E2B5EF1F-8D61-8E93-93EA-F8C2E0334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9784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493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91473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4621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928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264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92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107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2138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642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425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3452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ompetition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00408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3809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3731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80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14323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238250"/>
            <a:ext cx="5422392" cy="459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5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49064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 Full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Picture Placeholder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Picture Placeholder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Picture Placeholder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Picture Placeholder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Picture Placeholder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8669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584288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28986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45207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63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8306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630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F7354E34-BB1C-4A4C-9433-F2EB83363AFC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013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6" r:id="rId22"/>
    <p:sldLayoutId id="2147483747" r:id="rId23"/>
    <p:sldLayoutId id="2147483749" r:id="rId24"/>
  </p:sldLayoutIdLst>
  <p:txStyles>
    <p:titleStyle>
      <a:lvl1pPr algn="l" defTabSz="914400" rtl="1" eaLnBrk="1" latinLnBrk="0" hangingPunct="1">
        <a:lnSpc>
          <a:spcPct val="80000"/>
        </a:lnSpc>
        <a:spcBef>
          <a:spcPct val="0"/>
        </a:spcBef>
        <a:buNone/>
        <a:defRPr sz="4400" kern="1200" cap="all" spc="400" baseline="0">
          <a:ln w="19050">
            <a:solidFill>
              <a:schemeClr val="accent2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homel/%D7%93%D7%A3-%D7%94%D7%91%D7%99%D7%AA" TargetMode="Externa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?utm_source=scs-index" TargetMode="Externa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782A30-785D-5CF2-9EB5-754A59AF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  <a:t>תכנות בפייתון</a:t>
            </a:r>
            <a:br>
              <a:rPr lang="he-IL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</a:br>
            <a:endParaRPr lang="en-IL" cap="none" dirty="0">
              <a:solidFill>
                <a:srgbClr val="00214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0003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08CA5-D421-484F-C978-ABD808B1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FB7153A1-A169-6C23-540B-B70AC35DB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התלמידים יכולים להתחיל ללמוד מדעי הנתונים יחידה 3 </a:t>
            </a:r>
            <a:r>
              <a:rPr lang="he-IL" u="sng"/>
              <a:t>ללא רקע בפייתון</a:t>
            </a:r>
            <a:r>
              <a:rPr lang="he-IL"/>
              <a:t>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התלמידים לומדים מדעי הנתונים במקביל ליסודות </a:t>
            </a:r>
            <a:r>
              <a:rPr lang="en-US"/>
              <a:t>C#</a:t>
            </a:r>
            <a:r>
              <a:rPr lang="he-IL"/>
              <a:t> או </a:t>
            </a:r>
            <a:r>
              <a:rPr lang="en-US"/>
              <a:t>JAVA</a:t>
            </a:r>
            <a:r>
              <a:rPr lang="he-IL"/>
              <a:t> בכיתה י'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/>
              <a:t>יסודות 6 שנתי, מדעי הנתונים 3 שנתי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/>
              <a:t>ניתן לחלק את זה 6+2, 6+4 או להיפך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/>
              <a:t>ניתן להמתין עם מדעי הנתונים עד לאחר החגים (לא חובה)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התלמידים ילמדו פייתון בשיטת </a:t>
            </a:r>
            <a:r>
              <a:rPr lang="en-US"/>
              <a:t>Need to know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endParaRPr lang="he-IL"/>
          </a:p>
          <a:p>
            <a:pPr marL="228600" indent="0" algn="l" rtl="0"/>
            <a:endParaRPr lang="en-US"/>
          </a:p>
          <a:p>
            <a:pPr marL="228600" indent="0" algn="l" rtl="0"/>
            <a:endParaRPr lang="he-IL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A7A4A0-A73A-B9B5-8EB0-5328D4FE889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תכנות בפייתון</a:t>
            </a:r>
          </a:p>
        </p:txBody>
      </p:sp>
    </p:spTree>
    <p:extLst>
      <p:ext uri="{BB962C8B-B14F-4D97-AF65-F5344CB8AC3E}">
        <p14:creationId xmlns:p14="http://schemas.microsoft.com/office/powerpoint/2010/main" val="270807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4E62-2462-2B2B-445B-A64398C2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D3BCFAF7-8B21-4AF7-F39D-90D5EC160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רב היידע שיילמד קשור בספריות בפייתון כגון: 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Pandas – Data handling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Matplotlib, Seaborn – Visualization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SKLearn – Modeling &amp; Performance evaluation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Numpy – 1D and 2D Arrays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יילמדו גם מעט נושאים נוספים כגון: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Lists &amp; List Comprehension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Dictionaries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r>
              <a:rPr lang="en-US"/>
              <a:t>For loop &amp; Find Max on list</a:t>
            </a:r>
          </a:p>
          <a:p>
            <a:pPr marL="685800" indent="-457200" algn="l" rtl="0">
              <a:buFont typeface="Arial" panose="020B0604020202020204" pitchFamily="34" charset="0"/>
              <a:buChar char="•"/>
            </a:pPr>
            <a:endParaRPr lang="he-IL"/>
          </a:p>
          <a:p>
            <a:pPr marL="228600" indent="0" algn="l" rtl="0"/>
            <a:endParaRPr lang="en-US"/>
          </a:p>
          <a:p>
            <a:pPr marL="228600" indent="0" algn="l" rtl="0"/>
            <a:endParaRPr lang="he-IL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C2290D2-43E2-8246-260B-5EF872FD8A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תכנות בפייתון</a:t>
            </a:r>
          </a:p>
        </p:txBody>
      </p:sp>
    </p:spTree>
    <p:extLst>
      <p:ext uri="{BB962C8B-B14F-4D97-AF65-F5344CB8AC3E}">
        <p14:creationId xmlns:p14="http://schemas.microsoft.com/office/powerpoint/2010/main" val="281040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1E229AF8-00E7-7A8E-9EF5-84A26F3C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840D06-F83A-408E-C7E4-B7E93F98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  <a:t>סביבת גוגל קולאב</a:t>
            </a:r>
            <a:endParaRPr lang="en-IL" cap="none" dirty="0">
              <a:solidFill>
                <a:srgbClr val="00214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2159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3673F801-0356-AFAF-5F8D-7F9E4714B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אין צורך בהתקנות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שמירה אוטומטית בענן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כוללת </a:t>
            </a:r>
            <a:r>
              <a:rPr lang="en-US" dirty="0"/>
              <a:t>Integrated AI (Gemini)</a:t>
            </a:r>
            <a:endParaRPr lang="he-IL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אינטגרציה טובה עם </a:t>
            </a:r>
            <a:r>
              <a:rPr lang="en-US" dirty="0"/>
              <a:t>Google Classroom</a:t>
            </a:r>
            <a:endParaRPr lang="he-IL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יכולת להריץ קטעי קוד בנפרד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יכולת לראות פלטים בנפרד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אפשרות לשלב קטעי טקסט, קוד ותמונות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אפשרות שימוש ב </a:t>
            </a:r>
            <a:r>
              <a:rPr lang="en-US" dirty="0"/>
              <a:t>GPU</a:t>
            </a:r>
            <a:r>
              <a:rPr lang="he-IL" dirty="0"/>
              <a:t> (פרויקט י"ב)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B431155-C036-76A4-1FD9-8FF980BE96A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יתרונות הסביבה</a:t>
            </a:r>
          </a:p>
        </p:txBody>
      </p:sp>
    </p:spTree>
    <p:extLst>
      <p:ext uri="{BB962C8B-B14F-4D97-AF65-F5344CB8AC3E}">
        <p14:creationId xmlns:p14="http://schemas.microsoft.com/office/powerpoint/2010/main" val="369831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B4289EFD-4B13-B867-6B86-C858524E0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>
                <a:hlinkClick r:id="rId2"/>
              </a:rPr>
              <a:t>סביבות ענן</a:t>
            </a:r>
            <a:r>
              <a:rPr lang="he-IL" dirty="0"/>
              <a:t> של משרד החינוך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195DE36-D6F9-1E97-D9F3-A083AF4D33A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חשבונות ארגוניים לתלמידים</a:t>
            </a:r>
          </a:p>
        </p:txBody>
      </p:sp>
    </p:spTree>
    <p:extLst>
      <p:ext uri="{BB962C8B-B14F-4D97-AF65-F5344CB8AC3E}">
        <p14:creationId xmlns:p14="http://schemas.microsoft.com/office/powerpoint/2010/main" val="186935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FE5C5F1-EEED-2DAE-A941-DC5D1FF05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/>
            <a:r>
              <a:rPr lang="he-IL" dirty="0"/>
              <a:t>חיפוש </a:t>
            </a:r>
            <a:r>
              <a:rPr lang="he-IL" dirty="0">
                <a:solidFill>
                  <a:srgbClr val="FF0000"/>
                </a:solidFill>
              </a:rPr>
              <a:t>גוגל </a:t>
            </a:r>
            <a:r>
              <a:rPr lang="he-IL" dirty="0" err="1">
                <a:solidFill>
                  <a:srgbClr val="FF0000"/>
                </a:solidFill>
              </a:rPr>
              <a:t>קולאב</a:t>
            </a:r>
            <a:r>
              <a:rPr lang="he-IL" dirty="0">
                <a:solidFill>
                  <a:srgbClr val="FF0000"/>
                </a:solidFill>
              </a:rPr>
              <a:t> </a:t>
            </a:r>
            <a:r>
              <a:rPr lang="he-IL" dirty="0"/>
              <a:t>או </a:t>
            </a:r>
            <a:r>
              <a:rPr lang="en-US" dirty="0">
                <a:solidFill>
                  <a:srgbClr val="FF0000"/>
                </a:solidFill>
              </a:rPr>
              <a:t>Google </a:t>
            </a:r>
            <a:r>
              <a:rPr lang="en-US" dirty="0" err="1">
                <a:solidFill>
                  <a:srgbClr val="FF0000"/>
                </a:solidFill>
              </a:rPr>
              <a:t>Colab</a:t>
            </a:r>
            <a:endParaRPr lang="he-IL" dirty="0">
              <a:solidFill>
                <a:srgbClr val="FF0000"/>
              </a:solidFill>
            </a:endParaRPr>
          </a:p>
          <a:p>
            <a:pPr marL="228600" indent="0"/>
            <a:r>
              <a:rPr lang="he-IL" dirty="0"/>
              <a:t>או לחצו על הלינק הבא</a:t>
            </a:r>
          </a:p>
          <a:p>
            <a:pPr marL="228600" indent="0" algn="l" rtl="0"/>
            <a:r>
              <a:rPr lang="en-US" dirty="0">
                <a:hlinkClick r:id="rId2"/>
              </a:rPr>
              <a:t>https://colab.research.google.com/?utm_source=scs-index</a:t>
            </a:r>
            <a:endParaRPr lang="en-US" dirty="0"/>
          </a:p>
          <a:p>
            <a:pPr marL="228600" indent="0" algn="l" rtl="0"/>
            <a:endParaRPr lang="en-US" dirty="0"/>
          </a:p>
          <a:p>
            <a:pPr marL="228600" indent="0"/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E70BDE-0ABA-B103-633C-CCBFD5A8788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Google Colab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692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782A30-785D-5CF2-9EB5-754A59AF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תודה על ההקשבה </a:t>
            </a:r>
            <a:r>
              <a:rPr lang="he-IL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3597922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</TotalTime>
  <Words>202</Words>
  <Application>Microsoft Office PowerPoint</Application>
  <PresentationFormat>מסך רחב</PresentationFormat>
  <Paragraphs>39</Paragraphs>
  <Slides>8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7" baseType="lpstr">
      <vt:lpstr>Arial</vt:lpstr>
      <vt:lpstr>Bierstadt</vt:lpstr>
      <vt:lpstr>Calibri</vt:lpstr>
      <vt:lpstr>Courier New</vt:lpstr>
      <vt:lpstr>Posterama</vt:lpstr>
      <vt:lpstr>Posterama Bold</vt:lpstr>
      <vt:lpstr>Tahoma</vt:lpstr>
      <vt:lpstr>Wingdings</vt:lpstr>
      <vt:lpstr>Tech pitch deck</vt:lpstr>
      <vt:lpstr>תכנות בפייתון </vt:lpstr>
      <vt:lpstr>מצגת של PowerPoint‏</vt:lpstr>
      <vt:lpstr>מצגת של PowerPoint‏</vt:lpstr>
      <vt:lpstr>סביבת גוגל קולאב</vt:lpstr>
      <vt:lpstr>מצגת של PowerPoint‏</vt:lpstr>
      <vt:lpstr>מצגת של PowerPoint‏</vt:lpstr>
      <vt:lpstr>מצגת של PowerPoint‏</vt:lpstr>
      <vt:lpstr>תודה על ההקשבה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Projects by: Ariel Bar-itzhack</dc:title>
  <dc:creator>אריאל בר-יצחק</dc:creator>
  <cp:lastModifiedBy>אריאל דוד בר יצחק</cp:lastModifiedBy>
  <cp:revision>62</cp:revision>
  <dcterms:created xsi:type="dcterms:W3CDTF">2022-11-16T18:03:32Z</dcterms:created>
  <dcterms:modified xsi:type="dcterms:W3CDTF">2026-02-17T17:45:33Z</dcterms:modified>
</cp:coreProperties>
</file>